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857" r:id="rId4"/>
  </p:sldMasterIdLst>
  <p:notesMasterIdLst>
    <p:notesMasterId r:id="rId88"/>
  </p:notesMasterIdLst>
  <p:handoutMasterIdLst>
    <p:handoutMasterId r:id="rId89"/>
  </p:handoutMasterIdLst>
  <p:sldIdLst>
    <p:sldId id="451" r:id="rId5"/>
    <p:sldId id="441" r:id="rId6"/>
    <p:sldId id="502" r:id="rId7"/>
    <p:sldId id="327" r:id="rId8"/>
    <p:sldId id="448" r:id="rId9"/>
    <p:sldId id="456" r:id="rId10"/>
    <p:sldId id="262" r:id="rId11"/>
    <p:sldId id="452" r:id="rId12"/>
    <p:sldId id="391" r:id="rId13"/>
    <p:sldId id="457" r:id="rId14"/>
    <p:sldId id="458" r:id="rId15"/>
    <p:sldId id="459" r:id="rId16"/>
    <p:sldId id="460" r:id="rId17"/>
    <p:sldId id="461" r:id="rId18"/>
    <p:sldId id="462" r:id="rId19"/>
    <p:sldId id="464" r:id="rId20"/>
    <p:sldId id="465" r:id="rId21"/>
    <p:sldId id="466" r:id="rId22"/>
    <p:sldId id="467" r:id="rId23"/>
    <p:sldId id="468" r:id="rId24"/>
    <p:sldId id="469" r:id="rId25"/>
    <p:sldId id="470" r:id="rId26"/>
    <p:sldId id="471" r:id="rId27"/>
    <p:sldId id="472" r:id="rId28"/>
    <p:sldId id="473" r:id="rId29"/>
    <p:sldId id="474" r:id="rId30"/>
    <p:sldId id="475" r:id="rId31"/>
    <p:sldId id="476" r:id="rId32"/>
    <p:sldId id="529" r:id="rId33"/>
    <p:sldId id="344" r:id="rId34"/>
    <p:sldId id="501" r:id="rId35"/>
    <p:sldId id="500" r:id="rId36"/>
    <p:sldId id="499" r:id="rId37"/>
    <p:sldId id="498" r:id="rId38"/>
    <p:sldId id="497" r:id="rId39"/>
    <p:sldId id="496" r:id="rId40"/>
    <p:sldId id="495" r:id="rId41"/>
    <p:sldId id="494" r:id="rId42"/>
    <p:sldId id="493" r:id="rId43"/>
    <p:sldId id="492" r:id="rId44"/>
    <p:sldId id="491" r:id="rId45"/>
    <p:sldId id="490" r:id="rId46"/>
    <p:sldId id="489" r:id="rId47"/>
    <p:sldId id="488" r:id="rId48"/>
    <p:sldId id="487" r:id="rId49"/>
    <p:sldId id="486" r:id="rId50"/>
    <p:sldId id="485" r:id="rId51"/>
    <p:sldId id="484" r:id="rId52"/>
    <p:sldId id="483" r:id="rId53"/>
    <p:sldId id="482" r:id="rId54"/>
    <p:sldId id="481" r:id="rId55"/>
    <p:sldId id="480" r:id="rId56"/>
    <p:sldId id="479" r:id="rId57"/>
    <p:sldId id="478" r:id="rId58"/>
    <p:sldId id="477" r:id="rId59"/>
    <p:sldId id="530" r:id="rId60"/>
    <p:sldId id="528" r:id="rId61"/>
    <p:sldId id="527" r:id="rId62"/>
    <p:sldId id="526" r:id="rId63"/>
    <p:sldId id="525" r:id="rId64"/>
    <p:sldId id="524" r:id="rId65"/>
    <p:sldId id="523" r:id="rId66"/>
    <p:sldId id="522" r:id="rId67"/>
    <p:sldId id="521" r:id="rId68"/>
    <p:sldId id="520" r:id="rId69"/>
    <p:sldId id="519" r:id="rId70"/>
    <p:sldId id="518" r:id="rId71"/>
    <p:sldId id="517" r:id="rId72"/>
    <p:sldId id="516" r:id="rId73"/>
    <p:sldId id="515" r:id="rId74"/>
    <p:sldId id="514" r:id="rId75"/>
    <p:sldId id="513" r:id="rId76"/>
    <p:sldId id="512" r:id="rId77"/>
    <p:sldId id="511" r:id="rId78"/>
    <p:sldId id="510" r:id="rId79"/>
    <p:sldId id="509" r:id="rId80"/>
    <p:sldId id="508" r:id="rId81"/>
    <p:sldId id="507" r:id="rId82"/>
    <p:sldId id="506" r:id="rId83"/>
    <p:sldId id="505" r:id="rId84"/>
    <p:sldId id="504" r:id="rId85"/>
    <p:sldId id="503" r:id="rId86"/>
    <p:sldId id="443" r:id="rId87"/>
  </p:sldIdLst>
  <p:sldSz cx="14039850" cy="7920038"/>
  <p:notesSz cx="6858000" cy="9144000"/>
  <p:embeddedFontLst>
    <p:embeddedFont>
      <p:font typeface="FlandersArtSans-Bold" pitchFamily="2" charset="77"/>
      <p:bold r:id="rId90"/>
    </p:embeddedFont>
    <p:embeddedFont>
      <p:font typeface="FlandersArtSans-Light" pitchFamily="2" charset="77"/>
      <p:regular r:id="rId91"/>
    </p:embeddedFont>
    <p:embeddedFont>
      <p:font typeface="FlandersArtSans-Medium" pitchFamily="2" charset="77"/>
      <p:regular r:id="rId92"/>
    </p:embeddedFont>
    <p:embeddedFont>
      <p:font typeface="FlandersArtSans-Regular" pitchFamily="2" charset="77"/>
      <p:regular r:id="rId93"/>
    </p:embeddedFont>
    <p:embeddedFont>
      <p:font typeface="FlandersArtSerif-Light" pitchFamily="2" charset="77"/>
      <p:regular r:id="rId94"/>
    </p:embeddedFont>
  </p:embeddedFontLst>
  <p:defaultTextStyle>
    <a:defPPr>
      <a:defRPr lang="en-US"/>
    </a:defPPr>
    <a:lvl1pPr marL="0" algn="l" defTabSz="287504" rtl="0" eaLnBrk="1" latinLnBrk="0" hangingPunct="1">
      <a:defRPr sz="1132" kern="1200">
        <a:solidFill>
          <a:schemeClr val="tx1"/>
        </a:solidFill>
        <a:latin typeface="+mn-lt"/>
        <a:ea typeface="+mn-ea"/>
        <a:cs typeface="+mn-cs"/>
      </a:defRPr>
    </a:lvl1pPr>
    <a:lvl2pPr marL="287504" algn="l" defTabSz="287504" rtl="0" eaLnBrk="1" latinLnBrk="0" hangingPunct="1">
      <a:defRPr sz="1132" kern="1200">
        <a:solidFill>
          <a:schemeClr val="tx1"/>
        </a:solidFill>
        <a:latin typeface="+mn-lt"/>
        <a:ea typeface="+mn-ea"/>
        <a:cs typeface="+mn-cs"/>
      </a:defRPr>
    </a:lvl2pPr>
    <a:lvl3pPr marL="575008" algn="l" defTabSz="287504" rtl="0" eaLnBrk="1" latinLnBrk="0" hangingPunct="1">
      <a:defRPr sz="1132" kern="1200">
        <a:solidFill>
          <a:schemeClr val="tx1"/>
        </a:solidFill>
        <a:latin typeface="+mn-lt"/>
        <a:ea typeface="+mn-ea"/>
        <a:cs typeface="+mn-cs"/>
      </a:defRPr>
    </a:lvl3pPr>
    <a:lvl4pPr marL="862513" algn="l" defTabSz="287504" rtl="0" eaLnBrk="1" latinLnBrk="0" hangingPunct="1">
      <a:defRPr sz="1132" kern="1200">
        <a:solidFill>
          <a:schemeClr val="tx1"/>
        </a:solidFill>
        <a:latin typeface="+mn-lt"/>
        <a:ea typeface="+mn-ea"/>
        <a:cs typeface="+mn-cs"/>
      </a:defRPr>
    </a:lvl4pPr>
    <a:lvl5pPr marL="1150017" algn="l" defTabSz="287504" rtl="0" eaLnBrk="1" latinLnBrk="0" hangingPunct="1">
      <a:defRPr sz="1132" kern="1200">
        <a:solidFill>
          <a:schemeClr val="tx1"/>
        </a:solidFill>
        <a:latin typeface="+mn-lt"/>
        <a:ea typeface="+mn-ea"/>
        <a:cs typeface="+mn-cs"/>
      </a:defRPr>
    </a:lvl5pPr>
    <a:lvl6pPr marL="1437521" algn="l" defTabSz="287504" rtl="0" eaLnBrk="1" latinLnBrk="0" hangingPunct="1">
      <a:defRPr sz="1132" kern="1200">
        <a:solidFill>
          <a:schemeClr val="tx1"/>
        </a:solidFill>
        <a:latin typeface="+mn-lt"/>
        <a:ea typeface="+mn-ea"/>
        <a:cs typeface="+mn-cs"/>
      </a:defRPr>
    </a:lvl6pPr>
    <a:lvl7pPr marL="1725025" algn="l" defTabSz="287504" rtl="0" eaLnBrk="1" latinLnBrk="0" hangingPunct="1">
      <a:defRPr sz="1132" kern="1200">
        <a:solidFill>
          <a:schemeClr val="tx1"/>
        </a:solidFill>
        <a:latin typeface="+mn-lt"/>
        <a:ea typeface="+mn-ea"/>
        <a:cs typeface="+mn-cs"/>
      </a:defRPr>
    </a:lvl7pPr>
    <a:lvl8pPr marL="2012530" algn="l" defTabSz="287504" rtl="0" eaLnBrk="1" latinLnBrk="0" hangingPunct="1">
      <a:defRPr sz="1132" kern="1200">
        <a:solidFill>
          <a:schemeClr val="tx1"/>
        </a:solidFill>
        <a:latin typeface="+mn-lt"/>
        <a:ea typeface="+mn-ea"/>
        <a:cs typeface="+mn-cs"/>
      </a:defRPr>
    </a:lvl8pPr>
    <a:lvl9pPr marL="2300034" algn="l" defTabSz="287504" rtl="0" eaLnBrk="1" latinLnBrk="0" hangingPunct="1">
      <a:defRPr sz="113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  <a:srgbClr val="157395"/>
    <a:srgbClr val="0D7841"/>
    <a:srgbClr val="147396"/>
    <a:srgbClr val="006D70"/>
    <a:srgbClr val="F0EEEC"/>
    <a:srgbClr val="6D6D6D"/>
    <a:srgbClr val="0E7841"/>
    <a:srgbClr val="F7F5F3"/>
    <a:srgbClr val="FAF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B0216-2FF8-0943-A539-94E85C6C50F1}" v="2" dt="2026-07-01T08:07:10.3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jl, gemiddeld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65" autoAdjust="0"/>
    <p:restoredTop sz="92386" autoAdjust="0"/>
  </p:normalViewPr>
  <p:slideViewPr>
    <p:cSldViewPr snapToGrid="0">
      <p:cViewPr varScale="1">
        <p:scale>
          <a:sx n="123" d="100"/>
          <a:sy n="123" d="100"/>
        </p:scale>
        <p:origin x="3816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154"/>
    </p:cViewPr>
  </p:sorterViewPr>
  <p:notesViewPr>
    <p:cSldViewPr snapToGrid="0" showGuides="1">
      <p:cViewPr varScale="1">
        <p:scale>
          <a:sx n="122" d="100"/>
          <a:sy n="122" d="100"/>
        </p:scale>
        <p:origin x="500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font" Target="fonts/font1.fntdata"/><Relationship Id="rId95" Type="http://schemas.openxmlformats.org/officeDocument/2006/relationships/presProps" Target="pres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notesMaster" Target="notesMasters/notesMaster1.xml"/><Relationship Id="rId91" Type="http://schemas.openxmlformats.org/officeDocument/2006/relationships/font" Target="fonts/font2.fntdata"/><Relationship Id="rId9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font" Target="fonts/font5.fntdata"/><Relationship Id="rId9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font" Target="fonts/font3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font" Target="fonts/font4.fntdata"/><Relationship Id="rId9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 de Vyvere Brecht" userId="c748c14e-f036-40e8-878f-c3efabff3178" providerId="ADAL" clId="{1358C96C-37A5-5C7B-99D4-6A7F1297BBA2}"/>
    <pc:docChg chg="modSld">
      <pc:chgData name="Van de Vyvere Brecht" userId="c748c14e-f036-40e8-878f-c3efabff3178" providerId="ADAL" clId="{1358C96C-37A5-5C7B-99D4-6A7F1297BBA2}" dt="2026-07-01T08:12:36.646" v="15" actId="20577"/>
      <pc:docMkLst>
        <pc:docMk/>
      </pc:docMkLst>
      <pc:sldChg chg="modSp">
        <pc:chgData name="Van de Vyvere Brecht" userId="c748c14e-f036-40e8-878f-c3efabff3178" providerId="ADAL" clId="{1358C96C-37A5-5C7B-99D4-6A7F1297BBA2}" dt="2026-07-01T08:07:09.582" v="0" actId="20578"/>
        <pc:sldMkLst>
          <pc:docMk/>
          <pc:sldMk cId="266411990" sldId="462"/>
        </pc:sldMkLst>
        <pc:spChg chg="mod">
          <ac:chgData name="Van de Vyvere Brecht" userId="c748c14e-f036-40e8-878f-c3efabff3178" providerId="ADAL" clId="{1358C96C-37A5-5C7B-99D4-6A7F1297BBA2}" dt="2026-07-01T08:07:09.582" v="0" actId="20578"/>
          <ac:spMkLst>
            <pc:docMk/>
            <pc:sldMk cId="266411990" sldId="462"/>
            <ac:spMk id="10" creationId="{8B322E98-1BFA-D157-CD55-D07C3BF23F5C}"/>
          </ac:spMkLst>
        </pc:spChg>
      </pc:sldChg>
      <pc:sldChg chg="modSp mod">
        <pc:chgData name="Van de Vyvere Brecht" userId="c748c14e-f036-40e8-878f-c3efabff3178" providerId="ADAL" clId="{1358C96C-37A5-5C7B-99D4-6A7F1297BBA2}" dt="2026-07-01T08:12:36.646" v="15" actId="20577"/>
        <pc:sldMkLst>
          <pc:docMk/>
          <pc:sldMk cId="107897785" sldId="466"/>
        </pc:sldMkLst>
        <pc:spChg chg="mod">
          <ac:chgData name="Van de Vyvere Brecht" userId="c748c14e-f036-40e8-878f-c3efabff3178" providerId="ADAL" clId="{1358C96C-37A5-5C7B-99D4-6A7F1297BBA2}" dt="2026-07-01T08:12:36.646" v="15" actId="20577"/>
          <ac:spMkLst>
            <pc:docMk/>
            <pc:sldMk cId="107897785" sldId="466"/>
            <ac:spMk id="6" creationId="{5504E93F-0C70-A34B-660D-A136FA22F3A0}"/>
          </ac:spMkLst>
        </pc:spChg>
      </pc:sldChg>
    </pc:docChg>
  </pc:docChgLst>
  <pc:docChgLst>
    <pc:chgData name="Van de Vyvere Brecht" userId="S::brecht.vandevyvere@vlaanderen.be::c748c14e-f036-40e8-878f-c3efabff3178" providerId="AD" clId="Web-{CCA9E1F3-15A7-37C2-9C55-138B0B7F1EC1}"/>
    <pc:docChg chg="addSld modSld">
      <pc:chgData name="Van de Vyvere Brecht" userId="S::brecht.vandevyvere@vlaanderen.be::c748c14e-f036-40e8-878f-c3efabff3178" providerId="AD" clId="Web-{CCA9E1F3-15A7-37C2-9C55-138B0B7F1EC1}" dt="2026-06-17T14:11:06.723" v="1233" actId="1076"/>
      <pc:docMkLst>
        <pc:docMk/>
      </pc:docMkLst>
      <pc:sldChg chg="modSp">
        <pc:chgData name="Van de Vyvere Brecht" userId="S::brecht.vandevyvere@vlaanderen.be::c748c14e-f036-40e8-878f-c3efabff3178" providerId="AD" clId="Web-{CCA9E1F3-15A7-37C2-9C55-138B0B7F1EC1}" dt="2026-06-17T06:47:13.640" v="31" actId="20577"/>
        <pc:sldMkLst>
          <pc:docMk/>
          <pc:sldMk cId="3113651830" sldId="391"/>
        </pc:sldMkLst>
        <pc:spChg chg="mod">
          <ac:chgData name="Van de Vyvere Brecht" userId="S::brecht.vandevyvere@vlaanderen.be::c748c14e-f036-40e8-878f-c3efabff3178" providerId="AD" clId="Web-{CCA9E1F3-15A7-37C2-9C55-138B0B7F1EC1}" dt="2026-06-17T06:47:13.640" v="31" actId="20577"/>
          <ac:spMkLst>
            <pc:docMk/>
            <pc:sldMk cId="3113651830" sldId="391"/>
            <ac:spMk id="10" creationId="{4C4D2B5E-5F99-2260-04C6-C413FA9F667A}"/>
          </ac:spMkLst>
        </pc:spChg>
      </pc:sldChg>
      <pc:sldChg chg="addSp delSp modSp">
        <pc:chgData name="Van de Vyvere Brecht" userId="S::brecht.vandevyvere@vlaanderen.be::c748c14e-f036-40e8-878f-c3efabff3178" providerId="AD" clId="Web-{CCA9E1F3-15A7-37C2-9C55-138B0B7F1EC1}" dt="2026-06-17T08:44:37.719" v="756" actId="20577"/>
        <pc:sldMkLst>
          <pc:docMk/>
          <pc:sldMk cId="54068425" sldId="476"/>
        </pc:sldMkLst>
        <pc:spChg chg="mod">
          <ac:chgData name="Van de Vyvere Brecht" userId="S::brecht.vandevyvere@vlaanderen.be::c748c14e-f036-40e8-878f-c3efabff3178" providerId="AD" clId="Web-{CCA9E1F3-15A7-37C2-9C55-138B0B7F1EC1}" dt="2026-06-17T08:44:29.500" v="747" actId="20577"/>
          <ac:spMkLst>
            <pc:docMk/>
            <pc:sldMk cId="54068425" sldId="476"/>
            <ac:spMk id="10" creationId="{C223BB70-6882-36A1-782C-DB843AB141E1}"/>
          </ac:spMkLst>
        </pc:spChg>
        <pc:spChg chg="mod">
          <ac:chgData name="Van de Vyvere Brecht" userId="S::brecht.vandevyvere@vlaanderen.be::c748c14e-f036-40e8-878f-c3efabff3178" providerId="AD" clId="Web-{CCA9E1F3-15A7-37C2-9C55-138B0B7F1EC1}" dt="2026-06-17T08:44:37.719" v="756" actId="20577"/>
          <ac:spMkLst>
            <pc:docMk/>
            <pc:sldMk cId="54068425" sldId="476"/>
            <ac:spMk id="11" creationId="{608F16C0-04AE-2D80-8F8A-C146CF758C70}"/>
          </ac:spMkLst>
        </pc:spChg>
        <pc:picChg chg="mod">
          <ac:chgData name="Van de Vyvere Brecht" userId="S::brecht.vandevyvere@vlaanderen.be::c748c14e-f036-40e8-878f-c3efabff3178" providerId="AD" clId="Web-{CCA9E1F3-15A7-37C2-9C55-138B0B7F1EC1}" dt="2026-06-17T08:44:25.500" v="746" actId="1076"/>
          <ac:picMkLst>
            <pc:docMk/>
            <pc:sldMk cId="54068425" sldId="476"/>
            <ac:picMk id="4" creationId="{ACA803E4-7192-1761-A327-FF7A317422C8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8:36:50.487" v="742" actId="1076"/>
          <ac:picMkLst>
            <pc:docMk/>
            <pc:sldMk cId="54068425" sldId="476"/>
            <ac:picMk id="8" creationId="{6533829D-A4F0-F1FA-9396-0B2029189361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8:36:54.144" v="744" actId="1076"/>
          <ac:picMkLst>
            <pc:docMk/>
            <pc:sldMk cId="54068425" sldId="476"/>
            <ac:picMk id="12" creationId="{ACE3FF2C-04B7-3A3D-BADC-C48B1CEC1E48}"/>
          </ac:picMkLst>
        </pc:picChg>
      </pc:sldChg>
      <pc:sldChg chg="addSp delSp modSp">
        <pc:chgData name="Van de Vyvere Brecht" userId="S::brecht.vandevyvere@vlaanderen.be::c748c14e-f036-40e8-878f-c3efabff3178" providerId="AD" clId="Web-{CCA9E1F3-15A7-37C2-9C55-138B0B7F1EC1}" dt="2026-06-17T08:34:03.872" v="738" actId="20577"/>
        <pc:sldMkLst>
          <pc:docMk/>
          <pc:sldMk cId="1184740608" sldId="477"/>
        </pc:sldMkLst>
        <pc:spChg chg="mod">
          <ac:chgData name="Van de Vyvere Brecht" userId="S::brecht.vandevyvere@vlaanderen.be::c748c14e-f036-40e8-878f-c3efabff3178" providerId="AD" clId="Web-{CCA9E1F3-15A7-37C2-9C55-138B0B7F1EC1}" dt="2026-06-17T08:34:03.872" v="738" actId="20577"/>
          <ac:spMkLst>
            <pc:docMk/>
            <pc:sldMk cId="1184740608" sldId="477"/>
            <ac:spMk id="10" creationId="{747AA1AD-9EC2-4470-1FF1-3D7487084A87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08:33:52.575" v="724" actId="1076"/>
          <ac:picMkLst>
            <pc:docMk/>
            <pc:sldMk cId="1184740608" sldId="477"/>
            <ac:picMk id="7" creationId="{442057B0-9591-74EA-4799-B0820AC0A6FE}"/>
          </ac:picMkLst>
        </pc:picChg>
        <pc:picChg chg="mod">
          <ac:chgData name="Van de Vyvere Brecht" userId="S::brecht.vandevyvere@vlaanderen.be::c748c14e-f036-40e8-878f-c3efabff3178" providerId="AD" clId="Web-{CCA9E1F3-15A7-37C2-9C55-138B0B7F1EC1}" dt="2026-06-17T08:33:53.825" v="725" actId="1076"/>
          <ac:picMkLst>
            <pc:docMk/>
            <pc:sldMk cId="1184740608" sldId="477"/>
            <ac:picMk id="15" creationId="{40CB7B3A-5627-81BE-D6EA-ABBEEC8677FC}"/>
          </ac:picMkLst>
        </pc:picChg>
      </pc:sldChg>
      <pc:sldChg chg="delSp modSp">
        <pc:chgData name="Van de Vyvere Brecht" userId="S::brecht.vandevyvere@vlaanderen.be::c748c14e-f036-40e8-878f-c3efabff3178" providerId="AD" clId="Web-{CCA9E1F3-15A7-37C2-9C55-138B0B7F1EC1}" dt="2026-06-17T08:32:53.510" v="708"/>
        <pc:sldMkLst>
          <pc:docMk/>
          <pc:sldMk cId="393411917" sldId="478"/>
        </pc:sldMkLst>
        <pc:spChg chg="mod">
          <ac:chgData name="Van de Vyvere Brecht" userId="S::brecht.vandevyvere@vlaanderen.be::c748c14e-f036-40e8-878f-c3efabff3178" providerId="AD" clId="Web-{CCA9E1F3-15A7-37C2-9C55-138B0B7F1EC1}" dt="2026-06-17T08:32:53.510" v="708"/>
          <ac:spMkLst>
            <pc:docMk/>
            <pc:sldMk cId="393411917" sldId="478"/>
            <ac:spMk id="10" creationId="{4E4179AE-D6FA-45B3-9169-EFDC6EB4E84B}"/>
          </ac:spMkLst>
        </pc:spChg>
      </pc:sldChg>
      <pc:sldChg chg="addSp modSp">
        <pc:chgData name="Van de Vyvere Brecht" userId="S::brecht.vandevyvere@vlaanderen.be::c748c14e-f036-40e8-878f-c3efabff3178" providerId="AD" clId="Web-{CCA9E1F3-15A7-37C2-9C55-138B0B7F1EC1}" dt="2026-06-17T08:29:50.174" v="694" actId="20577"/>
        <pc:sldMkLst>
          <pc:docMk/>
          <pc:sldMk cId="3302145477" sldId="479"/>
        </pc:sldMkLst>
        <pc:spChg chg="mod">
          <ac:chgData name="Van de Vyvere Brecht" userId="S::brecht.vandevyvere@vlaanderen.be::c748c14e-f036-40e8-878f-c3efabff3178" providerId="AD" clId="Web-{CCA9E1F3-15A7-37C2-9C55-138B0B7F1EC1}" dt="2026-06-17T08:29:50.174" v="694" actId="20577"/>
          <ac:spMkLst>
            <pc:docMk/>
            <pc:sldMk cId="3302145477" sldId="479"/>
            <ac:spMk id="10" creationId="{0471B2A7-699A-CFD9-6E75-142E2006575C}"/>
          </ac:spMkLst>
        </pc:spChg>
        <pc:spChg chg="mod">
          <ac:chgData name="Van de Vyvere Brecht" userId="S::brecht.vandevyvere@vlaanderen.be::c748c14e-f036-40e8-878f-c3efabff3178" providerId="AD" clId="Web-{CCA9E1F3-15A7-37C2-9C55-138B0B7F1EC1}" dt="2026-06-17T08:22:26.535" v="677" actId="1076"/>
          <ac:spMkLst>
            <pc:docMk/>
            <pc:sldMk cId="3302145477" sldId="479"/>
            <ac:spMk id="13" creationId="{A0920A73-9633-3FE8-3071-3F5D882E50CE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08:29:42.283" v="692" actId="1076"/>
          <ac:picMkLst>
            <pc:docMk/>
            <pc:sldMk cId="3302145477" sldId="479"/>
            <ac:picMk id="3" creationId="{9EA995DE-DE5C-18E0-E49F-9F7B5C8C31BA}"/>
          </ac:picMkLst>
        </pc:picChg>
      </pc:sldChg>
      <pc:sldChg chg="addSp delSp modSp">
        <pc:chgData name="Van de Vyvere Brecht" userId="S::brecht.vandevyvere@vlaanderen.be::c748c14e-f036-40e8-878f-c3efabff3178" providerId="AD" clId="Web-{CCA9E1F3-15A7-37C2-9C55-138B0B7F1EC1}" dt="2026-06-17T08:22:00.550" v="676" actId="1076"/>
        <pc:sldMkLst>
          <pc:docMk/>
          <pc:sldMk cId="4098978727" sldId="480"/>
        </pc:sldMkLst>
        <pc:spChg chg="mod">
          <ac:chgData name="Van de Vyvere Brecht" userId="S::brecht.vandevyvere@vlaanderen.be::c748c14e-f036-40e8-878f-c3efabff3178" providerId="AD" clId="Web-{CCA9E1F3-15A7-37C2-9C55-138B0B7F1EC1}" dt="2026-06-17T08:21:56.456" v="672" actId="20577"/>
          <ac:spMkLst>
            <pc:docMk/>
            <pc:sldMk cId="4098978727" sldId="480"/>
            <ac:spMk id="10" creationId="{882B45ED-EFA8-A4D5-3A9E-B5BB1CD71F4A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08:20:50.907" v="666" actId="1076"/>
          <ac:picMkLst>
            <pc:docMk/>
            <pc:sldMk cId="4098978727" sldId="480"/>
            <ac:picMk id="9" creationId="{4A175F08-5FDA-FA27-A756-D77EB420423C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8:20:48.157" v="665" actId="1076"/>
          <ac:picMkLst>
            <pc:docMk/>
            <pc:sldMk cId="4098978727" sldId="480"/>
            <ac:picMk id="11" creationId="{2E8A4A58-7387-8228-CC8E-2FC5F2044E41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8:20:44.423" v="664" actId="1076"/>
          <ac:picMkLst>
            <pc:docMk/>
            <pc:sldMk cId="4098978727" sldId="480"/>
            <ac:picMk id="12" creationId="{2BC19F64-4CB9-54FD-34EC-45F9A1DE0B41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8:22:00.550" v="676" actId="1076"/>
          <ac:picMkLst>
            <pc:docMk/>
            <pc:sldMk cId="4098978727" sldId="480"/>
            <ac:picMk id="13" creationId="{E20B416D-8665-46A5-0064-C35FC49DADBD}"/>
          </ac:picMkLst>
        </pc:picChg>
      </pc:sldChg>
      <pc:sldChg chg="addSp delSp modSp">
        <pc:chgData name="Van de Vyvere Brecht" userId="S::brecht.vandevyvere@vlaanderen.be::c748c14e-f036-40e8-878f-c3efabff3178" providerId="AD" clId="Web-{CCA9E1F3-15A7-37C2-9C55-138B0B7F1EC1}" dt="2026-06-17T08:19:04.248" v="653" actId="20577"/>
        <pc:sldMkLst>
          <pc:docMk/>
          <pc:sldMk cId="1478223281" sldId="482"/>
        </pc:sldMkLst>
        <pc:spChg chg="mod">
          <ac:chgData name="Van de Vyvere Brecht" userId="S::brecht.vandevyvere@vlaanderen.be::c748c14e-f036-40e8-878f-c3efabff3178" providerId="AD" clId="Web-{CCA9E1F3-15A7-37C2-9C55-138B0B7F1EC1}" dt="2026-06-17T08:19:04.248" v="653" actId="20577"/>
          <ac:spMkLst>
            <pc:docMk/>
            <pc:sldMk cId="1478223281" sldId="482"/>
            <ac:spMk id="10" creationId="{17C295DC-1DD0-9DA0-7A07-7E1BBBD4E09E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08:18:35.450" v="646" actId="1076"/>
          <ac:picMkLst>
            <pc:docMk/>
            <pc:sldMk cId="1478223281" sldId="482"/>
            <ac:picMk id="3" creationId="{DDC04CA9-1CFF-8A3C-3D17-4B1E59981F3D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8:18:33.872" v="645" actId="1076"/>
          <ac:picMkLst>
            <pc:docMk/>
            <pc:sldMk cId="1478223281" sldId="482"/>
            <ac:picMk id="7" creationId="{77EDE269-5349-075F-F011-E1D532462094}"/>
          </ac:picMkLst>
        </pc:picChg>
      </pc:sldChg>
      <pc:sldChg chg="delSp modSp">
        <pc:chgData name="Van de Vyvere Brecht" userId="S::brecht.vandevyvere@vlaanderen.be::c748c14e-f036-40e8-878f-c3efabff3178" providerId="AD" clId="Web-{CCA9E1F3-15A7-37C2-9C55-138B0B7F1EC1}" dt="2026-06-17T08:14:23.784" v="600" actId="20577"/>
        <pc:sldMkLst>
          <pc:docMk/>
          <pc:sldMk cId="172209924" sldId="483"/>
        </pc:sldMkLst>
        <pc:spChg chg="mod">
          <ac:chgData name="Van de Vyvere Brecht" userId="S::brecht.vandevyvere@vlaanderen.be::c748c14e-f036-40e8-878f-c3efabff3178" providerId="AD" clId="Web-{CCA9E1F3-15A7-37C2-9C55-138B0B7F1EC1}" dt="2026-06-17T08:14:23.784" v="600" actId="20577"/>
          <ac:spMkLst>
            <pc:docMk/>
            <pc:sldMk cId="172209924" sldId="483"/>
            <ac:spMk id="10" creationId="{0C2BC04C-7773-E4EE-A594-234968EC0767}"/>
          </ac:spMkLst>
        </pc:spChg>
      </pc:sldChg>
      <pc:sldChg chg="addSp delSp modSp">
        <pc:chgData name="Van de Vyvere Brecht" userId="S::brecht.vandevyvere@vlaanderen.be::c748c14e-f036-40e8-878f-c3efabff3178" providerId="AD" clId="Web-{CCA9E1F3-15A7-37C2-9C55-138B0B7F1EC1}" dt="2026-06-17T08:14:07.611" v="595" actId="20577"/>
        <pc:sldMkLst>
          <pc:docMk/>
          <pc:sldMk cId="2997945317" sldId="484"/>
        </pc:sldMkLst>
        <pc:spChg chg="mod">
          <ac:chgData name="Van de Vyvere Brecht" userId="S::brecht.vandevyvere@vlaanderen.be::c748c14e-f036-40e8-878f-c3efabff3178" providerId="AD" clId="Web-{CCA9E1F3-15A7-37C2-9C55-138B0B7F1EC1}" dt="2026-06-17T08:14:07.611" v="595" actId="20577"/>
          <ac:spMkLst>
            <pc:docMk/>
            <pc:sldMk cId="2997945317" sldId="484"/>
            <ac:spMk id="10" creationId="{076AAFF1-0C1A-4787-CCB1-5CD35E275612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08:04:02.575" v="537" actId="1076"/>
          <ac:picMkLst>
            <pc:docMk/>
            <pc:sldMk cId="2997945317" sldId="484"/>
            <ac:picMk id="7" creationId="{D1E5B5A8-EBFC-3198-7D50-7FEA6E78AD50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8:04:04.716" v="539" actId="1076"/>
          <ac:picMkLst>
            <pc:docMk/>
            <pc:sldMk cId="2997945317" sldId="484"/>
            <ac:picMk id="11" creationId="{EF4F7C9A-9C5B-BCC2-4583-D0A94974E581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8:04:07.638" v="541" actId="1076"/>
          <ac:picMkLst>
            <pc:docMk/>
            <pc:sldMk cId="2997945317" sldId="484"/>
            <ac:picMk id="12" creationId="{DC3298F9-CD9D-0E9B-653D-4CB40D77345B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8:04:10.919" v="543" actId="1076"/>
          <ac:picMkLst>
            <pc:docMk/>
            <pc:sldMk cId="2997945317" sldId="484"/>
            <ac:picMk id="13" creationId="{E0D55CA2-674B-BA7D-3A9D-9BB4985B099A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8:05:17.874" v="552" actId="1076"/>
          <ac:picMkLst>
            <pc:docMk/>
            <pc:sldMk cId="2997945317" sldId="484"/>
            <ac:picMk id="14" creationId="{E82A9177-AE30-825C-AAE8-DBD59350A1B7}"/>
          </ac:picMkLst>
        </pc:picChg>
      </pc:sldChg>
      <pc:sldChg chg="addSp delSp modSp">
        <pc:chgData name="Van de Vyvere Brecht" userId="S::brecht.vandevyvere@vlaanderen.be::c748c14e-f036-40e8-878f-c3efabff3178" providerId="AD" clId="Web-{CCA9E1F3-15A7-37C2-9C55-138B0B7F1EC1}" dt="2026-06-17T08:02:01.275" v="531" actId="1076"/>
        <pc:sldMkLst>
          <pc:docMk/>
          <pc:sldMk cId="619976119" sldId="485"/>
        </pc:sldMkLst>
        <pc:spChg chg="mod">
          <ac:chgData name="Van de Vyvere Brecht" userId="S::brecht.vandevyvere@vlaanderen.be::c748c14e-f036-40e8-878f-c3efabff3178" providerId="AD" clId="Web-{CCA9E1F3-15A7-37C2-9C55-138B0B7F1EC1}" dt="2026-06-17T08:01:31.977" v="529" actId="20577"/>
          <ac:spMkLst>
            <pc:docMk/>
            <pc:sldMk cId="619976119" sldId="485"/>
            <ac:spMk id="10" creationId="{FE66C4E0-6FC0-D5AE-796B-1F75FC04A346}"/>
          </ac:spMkLst>
        </pc:spChg>
        <pc:picChg chg="mod">
          <ac:chgData name="Van de Vyvere Brecht" userId="S::brecht.vandevyvere@vlaanderen.be::c748c14e-f036-40e8-878f-c3efabff3178" providerId="AD" clId="Web-{CCA9E1F3-15A7-37C2-9C55-138B0B7F1EC1}" dt="2026-06-17T08:02:01.275" v="531" actId="1076"/>
          <ac:picMkLst>
            <pc:docMk/>
            <pc:sldMk cId="619976119" sldId="485"/>
            <ac:picMk id="11" creationId="{68BDD48D-9354-1A76-5CA3-89A4FAAFD5F0}"/>
          </ac:picMkLst>
        </pc:picChg>
      </pc:sldChg>
      <pc:sldChg chg="addSp delSp modSp">
        <pc:chgData name="Van de Vyvere Brecht" userId="S::brecht.vandevyvere@vlaanderen.be::c748c14e-f036-40e8-878f-c3efabff3178" providerId="AD" clId="Web-{CCA9E1F3-15A7-37C2-9C55-138B0B7F1EC1}" dt="2026-06-17T07:28:41.197" v="438"/>
        <pc:sldMkLst>
          <pc:docMk/>
          <pc:sldMk cId="223497175" sldId="486"/>
        </pc:sldMkLst>
        <pc:spChg chg="mod">
          <ac:chgData name="Van de Vyvere Brecht" userId="S::brecht.vandevyvere@vlaanderen.be::c748c14e-f036-40e8-878f-c3efabff3178" providerId="AD" clId="Web-{CCA9E1F3-15A7-37C2-9C55-138B0B7F1EC1}" dt="2026-06-17T07:28:37.447" v="437" actId="20577"/>
          <ac:spMkLst>
            <pc:docMk/>
            <pc:sldMk cId="223497175" sldId="486"/>
            <ac:spMk id="10" creationId="{19110C22-2BD6-C884-C364-461C088A7FB4}"/>
          </ac:spMkLst>
        </pc:spChg>
        <pc:picChg chg="add">
          <ac:chgData name="Van de Vyvere Brecht" userId="S::brecht.vandevyvere@vlaanderen.be::c748c14e-f036-40e8-878f-c3efabff3178" providerId="AD" clId="Web-{CCA9E1F3-15A7-37C2-9C55-138B0B7F1EC1}" dt="2026-06-17T07:28:41.197" v="438"/>
          <ac:picMkLst>
            <pc:docMk/>
            <pc:sldMk cId="223497175" sldId="486"/>
            <ac:picMk id="7" creationId="{8216C4DD-55C8-96AF-53A1-F22DDE492CA2}"/>
          </ac:picMkLst>
        </pc:picChg>
      </pc:sldChg>
      <pc:sldChg chg="addSp delSp modSp">
        <pc:chgData name="Van de Vyvere Brecht" userId="S::brecht.vandevyvere@vlaanderen.be::c748c14e-f036-40e8-878f-c3efabff3178" providerId="AD" clId="Web-{CCA9E1F3-15A7-37C2-9C55-138B0B7F1EC1}" dt="2026-06-17T07:27:27.930" v="435" actId="20577"/>
        <pc:sldMkLst>
          <pc:docMk/>
          <pc:sldMk cId="692335997" sldId="487"/>
        </pc:sldMkLst>
        <pc:spChg chg="mod">
          <ac:chgData name="Van de Vyvere Brecht" userId="S::brecht.vandevyvere@vlaanderen.be::c748c14e-f036-40e8-878f-c3efabff3178" providerId="AD" clId="Web-{CCA9E1F3-15A7-37C2-9C55-138B0B7F1EC1}" dt="2026-06-17T07:27:27.930" v="435" actId="20577"/>
          <ac:spMkLst>
            <pc:docMk/>
            <pc:sldMk cId="692335997" sldId="487"/>
            <ac:spMk id="10" creationId="{243E8EA9-D461-635F-4E08-D1F23725F873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07:26:35.256" v="408" actId="1076"/>
          <ac:picMkLst>
            <pc:docMk/>
            <pc:sldMk cId="692335997" sldId="487"/>
            <ac:picMk id="3" creationId="{5C4991A9-D590-3605-3EE6-9C1CC70E3E81}"/>
          </ac:picMkLst>
        </pc:picChg>
      </pc:sldChg>
      <pc:sldChg chg="addSp delSp modSp">
        <pc:chgData name="Van de Vyvere Brecht" userId="S::brecht.vandevyvere@vlaanderen.be::c748c14e-f036-40e8-878f-c3efabff3178" providerId="AD" clId="Web-{CCA9E1F3-15A7-37C2-9C55-138B0B7F1EC1}" dt="2026-06-17T07:27:04.585" v="416" actId="20577"/>
        <pc:sldMkLst>
          <pc:docMk/>
          <pc:sldMk cId="292388357" sldId="488"/>
        </pc:sldMkLst>
        <pc:spChg chg="mod">
          <ac:chgData name="Van de Vyvere Brecht" userId="S::brecht.vandevyvere@vlaanderen.be::c748c14e-f036-40e8-878f-c3efabff3178" providerId="AD" clId="Web-{CCA9E1F3-15A7-37C2-9C55-138B0B7F1EC1}" dt="2026-06-17T07:27:04.585" v="416" actId="20577"/>
          <ac:spMkLst>
            <pc:docMk/>
            <pc:sldMk cId="292388357" sldId="488"/>
            <ac:spMk id="10" creationId="{EF4DA8DD-6A17-DB5B-C154-0CCEE6886998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07:25:09.098" v="405" actId="1076"/>
          <ac:picMkLst>
            <pc:docMk/>
            <pc:sldMk cId="292388357" sldId="488"/>
            <ac:picMk id="3" creationId="{36C82375-D674-3BF8-FAE5-D9658B51E26F}"/>
          </ac:picMkLst>
        </pc:picChg>
      </pc:sldChg>
      <pc:sldChg chg="addSp delSp modSp">
        <pc:chgData name="Van de Vyvere Brecht" userId="S::brecht.vandevyvere@vlaanderen.be::c748c14e-f036-40e8-878f-c3efabff3178" providerId="AD" clId="Web-{CCA9E1F3-15A7-37C2-9C55-138B0B7F1EC1}" dt="2026-06-17T07:20:50.699" v="393" actId="1076"/>
        <pc:sldMkLst>
          <pc:docMk/>
          <pc:sldMk cId="884738118" sldId="489"/>
        </pc:sldMkLst>
        <pc:spChg chg="mod">
          <ac:chgData name="Van de Vyvere Brecht" userId="S::brecht.vandevyvere@vlaanderen.be::c748c14e-f036-40e8-878f-c3efabff3178" providerId="AD" clId="Web-{CCA9E1F3-15A7-37C2-9C55-138B0B7F1EC1}" dt="2026-06-17T07:20:41.199" v="389" actId="20577"/>
          <ac:spMkLst>
            <pc:docMk/>
            <pc:sldMk cId="884738118" sldId="489"/>
            <ac:spMk id="10" creationId="{E7116FE6-575A-16B0-EFB2-741661AEE21A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07:20:50.699" v="393" actId="1076"/>
          <ac:picMkLst>
            <pc:docMk/>
            <pc:sldMk cId="884738118" sldId="489"/>
            <ac:picMk id="7" creationId="{89044A2A-9CD9-71DD-48AC-5FBDBFCA5542}"/>
          </ac:picMkLst>
        </pc:picChg>
      </pc:sldChg>
      <pc:sldChg chg="delSp modSp">
        <pc:chgData name="Van de Vyvere Brecht" userId="S::brecht.vandevyvere@vlaanderen.be::c748c14e-f036-40e8-878f-c3efabff3178" providerId="AD" clId="Web-{CCA9E1F3-15A7-37C2-9C55-138B0B7F1EC1}" dt="2026-06-17T07:13:57.484" v="376" actId="20577"/>
        <pc:sldMkLst>
          <pc:docMk/>
          <pc:sldMk cId="314843010" sldId="490"/>
        </pc:sldMkLst>
        <pc:spChg chg="mod">
          <ac:chgData name="Van de Vyvere Brecht" userId="S::brecht.vandevyvere@vlaanderen.be::c748c14e-f036-40e8-878f-c3efabff3178" providerId="AD" clId="Web-{CCA9E1F3-15A7-37C2-9C55-138B0B7F1EC1}" dt="2026-06-17T07:13:57.484" v="376" actId="20577"/>
          <ac:spMkLst>
            <pc:docMk/>
            <pc:sldMk cId="314843010" sldId="490"/>
            <ac:spMk id="10" creationId="{D168D81F-89E3-71ED-D96C-1E9364A580C4}"/>
          </ac:spMkLst>
        </pc:spChg>
        <pc:picChg chg="mod">
          <ac:chgData name="Van de Vyvere Brecht" userId="S::brecht.vandevyvere@vlaanderen.be::c748c14e-f036-40e8-878f-c3efabff3178" providerId="AD" clId="Web-{CCA9E1F3-15A7-37C2-9C55-138B0B7F1EC1}" dt="2026-06-17T07:13:47.249" v="371" actId="1076"/>
          <ac:picMkLst>
            <pc:docMk/>
            <pc:sldMk cId="314843010" sldId="490"/>
            <ac:picMk id="4" creationId="{BF315E92-8628-3552-49E9-94922AB289F5}"/>
          </ac:picMkLst>
        </pc:picChg>
      </pc:sldChg>
      <pc:sldChg chg="addSp delSp modSp">
        <pc:chgData name="Van de Vyvere Brecht" userId="S::brecht.vandevyvere@vlaanderen.be::c748c14e-f036-40e8-878f-c3efabff3178" providerId="AD" clId="Web-{CCA9E1F3-15A7-37C2-9C55-138B0B7F1EC1}" dt="2026-06-17T07:15:07.267" v="381" actId="20577"/>
        <pc:sldMkLst>
          <pc:docMk/>
          <pc:sldMk cId="3699828458" sldId="491"/>
        </pc:sldMkLst>
        <pc:spChg chg="mod">
          <ac:chgData name="Van de Vyvere Brecht" userId="S::brecht.vandevyvere@vlaanderen.be::c748c14e-f036-40e8-878f-c3efabff3178" providerId="AD" clId="Web-{CCA9E1F3-15A7-37C2-9C55-138B0B7F1EC1}" dt="2026-06-17T07:15:07.267" v="381" actId="20577"/>
          <ac:spMkLst>
            <pc:docMk/>
            <pc:sldMk cId="3699828458" sldId="491"/>
            <ac:spMk id="10" creationId="{AF36D3D4-A77F-8461-1B6B-3240D13100ED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07:09:12.132" v="317" actId="1076"/>
          <ac:picMkLst>
            <pc:docMk/>
            <pc:sldMk cId="3699828458" sldId="491"/>
            <ac:picMk id="11" creationId="{89C548EF-3623-737A-6CD0-B1BEABAB9A70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7:09:14.866" v="319" actId="1076"/>
          <ac:picMkLst>
            <pc:docMk/>
            <pc:sldMk cId="3699828458" sldId="491"/>
            <ac:picMk id="12" creationId="{ABD6308E-3E07-52AF-9D6B-609BD2BA0716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7:09:17.898" v="321" actId="1076"/>
          <ac:picMkLst>
            <pc:docMk/>
            <pc:sldMk cId="3699828458" sldId="491"/>
            <ac:picMk id="13" creationId="{0E38E0A8-A0D7-F281-D3F1-E5EE933784AC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7:09:31.617" v="328" actId="1076"/>
          <ac:picMkLst>
            <pc:docMk/>
            <pc:sldMk cId="3699828458" sldId="491"/>
            <ac:picMk id="14" creationId="{180A9FAF-AECA-4579-1647-EB3ED01ADCDB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7:09:28.289" v="326" actId="1076"/>
          <ac:picMkLst>
            <pc:docMk/>
            <pc:sldMk cId="3699828458" sldId="491"/>
            <ac:picMk id="15" creationId="{077D7F22-BB4F-F3CF-1BEF-246688D9CC8E}"/>
          </ac:picMkLst>
        </pc:picChg>
      </pc:sldChg>
      <pc:sldChg chg="addSp delSp modSp">
        <pc:chgData name="Van de Vyvere Brecht" userId="S::brecht.vandevyvere@vlaanderen.be::c748c14e-f036-40e8-878f-c3efabff3178" providerId="AD" clId="Web-{CCA9E1F3-15A7-37C2-9C55-138B0B7F1EC1}" dt="2026-06-17T07:04:36.327" v="277" actId="20577"/>
        <pc:sldMkLst>
          <pc:docMk/>
          <pc:sldMk cId="3483769924" sldId="492"/>
        </pc:sldMkLst>
        <pc:spChg chg="mod">
          <ac:chgData name="Van de Vyvere Brecht" userId="S::brecht.vandevyvere@vlaanderen.be::c748c14e-f036-40e8-878f-c3efabff3178" providerId="AD" clId="Web-{CCA9E1F3-15A7-37C2-9C55-138B0B7F1EC1}" dt="2026-06-17T07:04:36.327" v="277" actId="20577"/>
          <ac:spMkLst>
            <pc:docMk/>
            <pc:sldMk cId="3483769924" sldId="492"/>
            <ac:spMk id="8" creationId="{C1D8BAAD-EA6B-2AFA-09EF-BFBF44C33438}"/>
          </ac:spMkLst>
        </pc:spChg>
        <pc:spChg chg="mod">
          <ac:chgData name="Van de Vyvere Brecht" userId="S::brecht.vandevyvere@vlaanderen.be::c748c14e-f036-40e8-878f-c3efabff3178" providerId="AD" clId="Web-{CCA9E1F3-15A7-37C2-9C55-138B0B7F1EC1}" dt="2026-06-17T07:01:47.275" v="232" actId="20577"/>
          <ac:spMkLst>
            <pc:docMk/>
            <pc:sldMk cId="3483769924" sldId="492"/>
            <ac:spMk id="10" creationId="{E4AFE5DA-92F2-9F56-1199-66EF653F42D4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07:03:00.371" v="240" actId="1076"/>
          <ac:picMkLst>
            <pc:docMk/>
            <pc:sldMk cId="3483769924" sldId="492"/>
            <ac:picMk id="11" creationId="{2862CC09-325B-0BFB-4AFC-2B293C4EA734}"/>
          </ac:picMkLst>
        </pc:picChg>
      </pc:sldChg>
      <pc:sldChg chg="addSp delSp modSp">
        <pc:chgData name="Van de Vyvere Brecht" userId="S::brecht.vandevyvere@vlaanderen.be::c748c14e-f036-40e8-878f-c3efabff3178" providerId="AD" clId="Web-{CCA9E1F3-15A7-37C2-9C55-138B0B7F1EC1}" dt="2026-06-17T07:04:52.249" v="302" actId="20577"/>
        <pc:sldMkLst>
          <pc:docMk/>
          <pc:sldMk cId="2937661872" sldId="493"/>
        </pc:sldMkLst>
        <pc:spChg chg="mod">
          <ac:chgData name="Van de Vyvere Brecht" userId="S::brecht.vandevyvere@vlaanderen.be::c748c14e-f036-40e8-878f-c3efabff3178" providerId="AD" clId="Web-{CCA9E1F3-15A7-37C2-9C55-138B0B7F1EC1}" dt="2026-06-17T07:04:52.249" v="302" actId="20577"/>
          <ac:spMkLst>
            <pc:docMk/>
            <pc:sldMk cId="2937661872" sldId="493"/>
            <ac:spMk id="8" creationId="{B50D1EFE-3B85-8EB7-797F-BF12D0FEC133}"/>
          </ac:spMkLst>
        </pc:spChg>
        <pc:spChg chg="mod">
          <ac:chgData name="Van de Vyvere Brecht" userId="S::brecht.vandevyvere@vlaanderen.be::c748c14e-f036-40e8-878f-c3efabff3178" providerId="AD" clId="Web-{CCA9E1F3-15A7-37C2-9C55-138B0B7F1EC1}" dt="2026-06-17T07:01:42.915" v="231" actId="20577"/>
          <ac:spMkLst>
            <pc:docMk/>
            <pc:sldMk cId="2937661872" sldId="493"/>
            <ac:spMk id="10" creationId="{68067353-CA7A-FA5A-2AB0-4695C9A44C64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06:57:48.549" v="117" actId="1076"/>
          <ac:picMkLst>
            <pc:docMk/>
            <pc:sldMk cId="2937661872" sldId="493"/>
            <ac:picMk id="3" creationId="{94E2396B-71A5-E40D-0CDB-2724708F005F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6:57:59.050" v="119" actId="1076"/>
          <ac:picMkLst>
            <pc:docMk/>
            <pc:sldMk cId="2937661872" sldId="493"/>
            <ac:picMk id="4" creationId="{0FE4CF84-98FE-DEEE-2163-99E595C9D440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7:01:55.541" v="233" actId="1076"/>
          <ac:picMkLst>
            <pc:docMk/>
            <pc:sldMk cId="2937661872" sldId="493"/>
            <ac:picMk id="7" creationId="{B978C0E1-0B70-6A63-F8C1-C7476CE02686}"/>
          </ac:picMkLst>
        </pc:picChg>
        <pc:picChg chg="mod">
          <ac:chgData name="Van de Vyvere Brecht" userId="S::brecht.vandevyvere@vlaanderen.be::c748c14e-f036-40e8-878f-c3efabff3178" providerId="AD" clId="Web-{CCA9E1F3-15A7-37C2-9C55-138B0B7F1EC1}" dt="2026-06-17T06:57:44.002" v="115" actId="1076"/>
          <ac:picMkLst>
            <pc:docMk/>
            <pc:sldMk cId="2937661872" sldId="493"/>
            <ac:picMk id="9" creationId="{E3C73B32-93D8-6FD1-62EE-FABB6C7D6EE9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7:01:06.914" v="223" actId="1076"/>
          <ac:picMkLst>
            <pc:docMk/>
            <pc:sldMk cId="2937661872" sldId="493"/>
            <ac:picMk id="13" creationId="{5A32AC36-6332-789C-8EE5-6D44F5EFF7F4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7:01:11.258" v="225" actId="1076"/>
          <ac:picMkLst>
            <pc:docMk/>
            <pc:sldMk cId="2937661872" sldId="493"/>
            <ac:picMk id="14" creationId="{B7BB3001-B283-4AED-2395-EAB4CBEBA47C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7:01:13.430" v="227" actId="1076"/>
          <ac:picMkLst>
            <pc:docMk/>
            <pc:sldMk cId="2937661872" sldId="493"/>
            <ac:picMk id="15" creationId="{CA36248C-4090-8637-C4E2-F113CB2891FA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7:01:16.008" v="229" actId="1076"/>
          <ac:picMkLst>
            <pc:docMk/>
            <pc:sldMk cId="2937661872" sldId="493"/>
            <ac:picMk id="16" creationId="{5B67D1AC-807D-2D5D-B276-FC0355FA00D4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7:03:15.309" v="248" actId="1076"/>
          <ac:picMkLst>
            <pc:docMk/>
            <pc:sldMk cId="2937661872" sldId="493"/>
            <ac:picMk id="17" creationId="{742FE670-5F96-2DDD-3E58-97329E3B0A3A}"/>
          </ac:picMkLst>
        </pc:picChg>
      </pc:sldChg>
      <pc:sldChg chg="addSp delSp modSp">
        <pc:chgData name="Van de Vyvere Brecht" userId="S::brecht.vandevyvere@vlaanderen.be::c748c14e-f036-40e8-878f-c3efabff3178" providerId="AD" clId="Web-{CCA9E1F3-15A7-37C2-9C55-138B0B7F1EC1}" dt="2026-06-17T06:55:06.326" v="105" actId="20577"/>
        <pc:sldMkLst>
          <pc:docMk/>
          <pc:sldMk cId="1723364923" sldId="494"/>
        </pc:sldMkLst>
        <pc:spChg chg="mod">
          <ac:chgData name="Van de Vyvere Brecht" userId="S::brecht.vandevyvere@vlaanderen.be::c748c14e-f036-40e8-878f-c3efabff3178" providerId="AD" clId="Web-{CCA9E1F3-15A7-37C2-9C55-138B0B7F1EC1}" dt="2026-06-17T06:55:06.326" v="105" actId="20577"/>
          <ac:spMkLst>
            <pc:docMk/>
            <pc:sldMk cId="1723364923" sldId="494"/>
            <ac:spMk id="10" creationId="{CFBB9741-FB64-06B2-D67D-3FC49B5FC526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06:52:49.025" v="67" actId="1076"/>
          <ac:picMkLst>
            <pc:docMk/>
            <pc:sldMk cId="1723364923" sldId="494"/>
            <ac:picMk id="5" creationId="{FD366846-A677-7840-52DB-75671F5811EC}"/>
          </ac:picMkLst>
        </pc:picChg>
      </pc:sldChg>
      <pc:sldChg chg="addSp modSp">
        <pc:chgData name="Van de Vyvere Brecht" userId="S::brecht.vandevyvere@vlaanderen.be::c748c14e-f036-40e8-878f-c3efabff3178" providerId="AD" clId="Web-{CCA9E1F3-15A7-37C2-9C55-138B0B7F1EC1}" dt="2026-06-17T07:30:43.185" v="489" actId="20577"/>
        <pc:sldMkLst>
          <pc:docMk/>
          <pc:sldMk cId="1043181859" sldId="495"/>
        </pc:sldMkLst>
        <pc:spChg chg="mod">
          <ac:chgData name="Van de Vyvere Brecht" userId="S::brecht.vandevyvere@vlaanderen.be::c748c14e-f036-40e8-878f-c3efabff3178" providerId="AD" clId="Web-{CCA9E1F3-15A7-37C2-9C55-138B0B7F1EC1}" dt="2026-06-17T07:30:43.185" v="489" actId="20577"/>
          <ac:spMkLst>
            <pc:docMk/>
            <pc:sldMk cId="1043181859" sldId="495"/>
            <ac:spMk id="10" creationId="{B7CF720D-5879-3B5A-0C43-3BCC14D4FCFD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07:29:39.793" v="449" actId="1076"/>
          <ac:picMkLst>
            <pc:docMk/>
            <pc:sldMk cId="1043181859" sldId="495"/>
            <ac:picMk id="3" creationId="{6ECFBEA6-BB0A-743B-95FD-74420E8F08C9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07:29:46.059" v="451" actId="1076"/>
          <ac:picMkLst>
            <pc:docMk/>
            <pc:sldMk cId="1043181859" sldId="495"/>
            <ac:picMk id="5" creationId="{08DC3EB7-CC66-34C4-22DB-F34377EF2795}"/>
          </ac:picMkLst>
        </pc:picChg>
      </pc:sldChg>
      <pc:sldChg chg="addSp delSp modSp">
        <pc:chgData name="Van de Vyvere Brecht" userId="S::brecht.vandevyvere@vlaanderen.be::c748c14e-f036-40e8-878f-c3efabff3178" providerId="AD" clId="Web-{CCA9E1F3-15A7-37C2-9C55-138B0B7F1EC1}" dt="2026-06-17T06:47:27.515" v="42" actId="20577"/>
        <pc:sldMkLst>
          <pc:docMk/>
          <pc:sldMk cId="2583196002" sldId="496"/>
        </pc:sldMkLst>
        <pc:spChg chg="mod">
          <ac:chgData name="Van de Vyvere Brecht" userId="S::brecht.vandevyvere@vlaanderen.be::c748c14e-f036-40e8-878f-c3efabff3178" providerId="AD" clId="Web-{CCA9E1F3-15A7-37C2-9C55-138B0B7F1EC1}" dt="2026-06-17T06:47:27.515" v="42" actId="20577"/>
          <ac:spMkLst>
            <pc:docMk/>
            <pc:sldMk cId="2583196002" sldId="496"/>
            <ac:spMk id="10" creationId="{A3E6F117-77B9-C186-A6D0-6D21ACEF6573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06:46:36.326" v="17" actId="1076"/>
          <ac:picMkLst>
            <pc:docMk/>
            <pc:sldMk cId="2583196002" sldId="496"/>
            <ac:picMk id="3" creationId="{CA84F483-442A-0F76-48C2-EE2DB6DD3C47}"/>
          </ac:picMkLst>
        </pc:picChg>
      </pc:sldChg>
      <pc:sldChg chg="addSp delSp modSp">
        <pc:chgData name="Van de Vyvere Brecht" userId="S::brecht.vandevyvere@vlaanderen.be::c748c14e-f036-40e8-878f-c3efabff3178" providerId="AD" clId="Web-{CCA9E1F3-15A7-37C2-9C55-138B0B7F1EC1}" dt="2026-06-17T06:45:45.903" v="10"/>
        <pc:sldMkLst>
          <pc:docMk/>
          <pc:sldMk cId="3937723310" sldId="497"/>
        </pc:sldMkLst>
        <pc:picChg chg="add mod ord modCrop">
          <ac:chgData name="Van de Vyvere Brecht" userId="S::brecht.vandevyvere@vlaanderen.be::c748c14e-f036-40e8-878f-c3efabff3178" providerId="AD" clId="Web-{CCA9E1F3-15A7-37C2-9C55-138B0B7F1EC1}" dt="2026-06-17T06:45:45.903" v="10"/>
          <ac:picMkLst>
            <pc:docMk/>
            <pc:sldMk cId="3937723310" sldId="497"/>
            <ac:picMk id="8" creationId="{64E2714E-CCDE-2A6A-37D5-4D319304B14C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14:11:06.723" v="1233" actId="1076"/>
        <pc:sldMkLst>
          <pc:docMk/>
          <pc:sldMk cId="3965566174" sldId="503"/>
        </pc:sldMkLst>
        <pc:spChg chg="mod">
          <ac:chgData name="Van de Vyvere Brecht" userId="S::brecht.vandevyvere@vlaanderen.be::c748c14e-f036-40e8-878f-c3efabff3178" providerId="AD" clId="Web-{CCA9E1F3-15A7-37C2-9C55-138B0B7F1EC1}" dt="2026-06-17T14:11:00.458" v="1231" actId="20577"/>
          <ac:spMkLst>
            <pc:docMk/>
            <pc:sldMk cId="3965566174" sldId="503"/>
            <ac:spMk id="10" creationId="{AB7BDF39-7A9E-AFBF-E93A-1E5D306DCC66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14:11:06.723" v="1233" actId="1076"/>
          <ac:picMkLst>
            <pc:docMk/>
            <pc:sldMk cId="3965566174" sldId="503"/>
            <ac:picMk id="4" creationId="{9A572B37-6C19-A1B6-2D3A-A8615E911FC7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14:08:43.325" v="1203" actId="20577"/>
        <pc:sldMkLst>
          <pc:docMk/>
          <pc:sldMk cId="1814229691" sldId="504"/>
        </pc:sldMkLst>
        <pc:spChg chg="mod">
          <ac:chgData name="Van de Vyvere Brecht" userId="S::brecht.vandevyvere@vlaanderen.be::c748c14e-f036-40e8-878f-c3efabff3178" providerId="AD" clId="Web-{CCA9E1F3-15A7-37C2-9C55-138B0B7F1EC1}" dt="2026-06-17T14:08:43.325" v="1203" actId="20577"/>
          <ac:spMkLst>
            <pc:docMk/>
            <pc:sldMk cId="1814229691" sldId="504"/>
            <ac:spMk id="10" creationId="{36E19DD3-49C4-79B1-9B0B-75327E76CAAA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14:06:42.271" v="1181" actId="1076"/>
          <ac:picMkLst>
            <pc:docMk/>
            <pc:sldMk cId="1814229691" sldId="504"/>
            <ac:picMk id="4" creationId="{0ACED333-EDD9-A146-FD9A-D98B889DA8AE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14:08:20.058" v="1188" actId="14100"/>
          <ac:picMkLst>
            <pc:docMk/>
            <pc:sldMk cId="1814229691" sldId="504"/>
            <ac:picMk id="7" creationId="{43288294-2DFD-0AD1-E4B4-D48D83099B41}"/>
          </ac:picMkLst>
        </pc:picChg>
      </pc:sldChg>
      <pc:sldChg chg="delSp modSp add replId">
        <pc:chgData name="Van de Vyvere Brecht" userId="S::brecht.vandevyvere@vlaanderen.be::c748c14e-f036-40e8-878f-c3efabff3178" providerId="AD" clId="Web-{CCA9E1F3-15A7-37C2-9C55-138B0B7F1EC1}" dt="2026-06-17T14:06:14.363" v="1172" actId="20577"/>
        <pc:sldMkLst>
          <pc:docMk/>
          <pc:sldMk cId="2685588516" sldId="505"/>
        </pc:sldMkLst>
        <pc:spChg chg="mod">
          <ac:chgData name="Van de Vyvere Brecht" userId="S::brecht.vandevyvere@vlaanderen.be::c748c14e-f036-40e8-878f-c3efabff3178" providerId="AD" clId="Web-{CCA9E1F3-15A7-37C2-9C55-138B0B7F1EC1}" dt="2026-06-17T14:06:14.363" v="1172" actId="20577"/>
          <ac:spMkLst>
            <pc:docMk/>
            <pc:sldMk cId="2685588516" sldId="505"/>
            <ac:spMk id="10" creationId="{7D2C18A0-2602-7AD7-3C2D-5720D0CA8BBA}"/>
          </ac:spMkLst>
        </pc:spChg>
        <pc:picChg chg="mod">
          <ac:chgData name="Van de Vyvere Brecht" userId="S::brecht.vandevyvere@vlaanderen.be::c748c14e-f036-40e8-878f-c3efabff3178" providerId="AD" clId="Web-{CCA9E1F3-15A7-37C2-9C55-138B0B7F1EC1}" dt="2026-06-17T14:06:04.988" v="1165" actId="1076"/>
          <ac:picMkLst>
            <pc:docMk/>
            <pc:sldMk cId="2685588516" sldId="505"/>
            <ac:picMk id="12" creationId="{11E72F63-5DB7-6442-C8E5-4C685DF9CA29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14:05:12.078" v="1160" actId="20577"/>
        <pc:sldMkLst>
          <pc:docMk/>
          <pc:sldMk cId="3441372106" sldId="506"/>
        </pc:sldMkLst>
        <pc:spChg chg="mod">
          <ac:chgData name="Van de Vyvere Brecht" userId="S::brecht.vandevyvere@vlaanderen.be::c748c14e-f036-40e8-878f-c3efabff3178" providerId="AD" clId="Web-{CCA9E1F3-15A7-37C2-9C55-138B0B7F1EC1}" dt="2026-06-17T14:05:12.078" v="1160" actId="20577"/>
          <ac:spMkLst>
            <pc:docMk/>
            <pc:sldMk cId="3441372106" sldId="506"/>
            <ac:spMk id="10" creationId="{D2726F9F-030C-7E76-15D0-C611B0370DF6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14:04:58.640" v="1157" actId="1076"/>
          <ac:picMkLst>
            <pc:docMk/>
            <pc:sldMk cId="3441372106" sldId="506"/>
            <ac:picMk id="3" creationId="{8FA77F6B-4FF7-6614-ECB7-645FB9479C57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14:04:08.652" v="1152" actId="1076"/>
        <pc:sldMkLst>
          <pc:docMk/>
          <pc:sldMk cId="82536973" sldId="507"/>
        </pc:sldMkLst>
        <pc:spChg chg="mod">
          <ac:chgData name="Van de Vyvere Brecht" userId="S::brecht.vandevyvere@vlaanderen.be::c748c14e-f036-40e8-878f-c3efabff3178" providerId="AD" clId="Web-{CCA9E1F3-15A7-37C2-9C55-138B0B7F1EC1}" dt="2026-06-17T14:04:05.589" v="1151" actId="20577"/>
          <ac:spMkLst>
            <pc:docMk/>
            <pc:sldMk cId="82536973" sldId="507"/>
            <ac:spMk id="10" creationId="{4E94F94C-2F40-F86F-B2DB-1A9A182154D9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14:03:51.807" v="1148" actId="1076"/>
          <ac:picMkLst>
            <pc:docMk/>
            <pc:sldMk cId="82536973" sldId="507"/>
            <ac:picMk id="3" creationId="{8D8CBE3C-FFC7-9D7B-73BF-3FA1CC2C2E35}"/>
          </ac:picMkLst>
        </pc:picChg>
        <pc:picChg chg="add mod">
          <ac:chgData name="Van de Vyvere Brecht" userId="S::brecht.vandevyvere@vlaanderen.be::c748c14e-f036-40e8-878f-c3efabff3178" providerId="AD" clId="Web-{CCA9E1F3-15A7-37C2-9C55-138B0B7F1EC1}" dt="2026-06-17T14:04:08.652" v="1152" actId="1076"/>
          <ac:picMkLst>
            <pc:docMk/>
            <pc:sldMk cId="82536973" sldId="507"/>
            <ac:picMk id="7" creationId="{0849667E-5F8D-A578-E322-52A22AC39C6A}"/>
          </ac:picMkLst>
        </pc:picChg>
      </pc:sldChg>
      <pc:sldChg chg="delSp modSp add replId">
        <pc:chgData name="Van de Vyvere Brecht" userId="S::brecht.vandevyvere@vlaanderen.be::c748c14e-f036-40e8-878f-c3efabff3178" providerId="AD" clId="Web-{CCA9E1F3-15A7-37C2-9C55-138B0B7F1EC1}" dt="2026-06-17T11:57:39.102" v="1138"/>
        <pc:sldMkLst>
          <pc:docMk/>
          <pc:sldMk cId="363669767" sldId="508"/>
        </pc:sldMkLst>
        <pc:spChg chg="mod">
          <ac:chgData name="Van de Vyvere Brecht" userId="S::brecht.vandevyvere@vlaanderen.be::c748c14e-f036-40e8-878f-c3efabff3178" providerId="AD" clId="Web-{CCA9E1F3-15A7-37C2-9C55-138B0B7F1EC1}" dt="2026-06-17T11:57:39.102" v="1138"/>
          <ac:spMkLst>
            <pc:docMk/>
            <pc:sldMk cId="363669767" sldId="508"/>
            <ac:spMk id="10" creationId="{D91C36DD-C8E8-D9C7-5C5D-4A3F25C6B32B}"/>
          </ac:spMkLst>
        </pc:spChg>
        <pc:picChg chg="mod">
          <ac:chgData name="Van de Vyvere Brecht" userId="S::brecht.vandevyvere@vlaanderen.be::c748c14e-f036-40e8-878f-c3efabff3178" providerId="AD" clId="Web-{CCA9E1F3-15A7-37C2-9C55-138B0B7F1EC1}" dt="2026-06-17T11:57:30.008" v="1134" actId="1076"/>
          <ac:picMkLst>
            <pc:docMk/>
            <pc:sldMk cId="363669767" sldId="508"/>
            <ac:picMk id="7" creationId="{0241508E-D972-8AD3-499F-D41F64D30F17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11:57:13.976" v="1130" actId="1076"/>
        <pc:sldMkLst>
          <pc:docMk/>
          <pc:sldMk cId="3966564339" sldId="509"/>
        </pc:sldMkLst>
        <pc:spChg chg="mod">
          <ac:chgData name="Van de Vyvere Brecht" userId="S::brecht.vandevyvere@vlaanderen.be::c748c14e-f036-40e8-878f-c3efabff3178" providerId="AD" clId="Web-{CCA9E1F3-15A7-37C2-9C55-138B0B7F1EC1}" dt="2026-06-17T11:57:01.850" v="1126" actId="20577"/>
          <ac:spMkLst>
            <pc:docMk/>
            <pc:sldMk cId="3966564339" sldId="509"/>
            <ac:spMk id="10" creationId="{22D724B3-A5A1-8A5E-F598-200ECBF55882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11:57:13.976" v="1130" actId="1076"/>
          <ac:picMkLst>
            <pc:docMk/>
            <pc:sldMk cId="3966564339" sldId="509"/>
            <ac:picMk id="4" creationId="{9C4C42C0-C356-0DFF-D60D-289DF702B049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11:55:55.488" v="1123"/>
        <pc:sldMkLst>
          <pc:docMk/>
          <pc:sldMk cId="3820552825" sldId="510"/>
        </pc:sldMkLst>
        <pc:spChg chg="mod">
          <ac:chgData name="Van de Vyvere Brecht" userId="S::brecht.vandevyvere@vlaanderen.be::c748c14e-f036-40e8-878f-c3efabff3178" providerId="AD" clId="Web-{CCA9E1F3-15A7-37C2-9C55-138B0B7F1EC1}" dt="2026-06-17T11:55:51.800" v="1122" actId="20577"/>
          <ac:spMkLst>
            <pc:docMk/>
            <pc:sldMk cId="3820552825" sldId="510"/>
            <ac:spMk id="10" creationId="{952DB3D9-1355-C77E-7DE0-403A88C59E6D}"/>
          </ac:spMkLst>
        </pc:spChg>
        <pc:picChg chg="add">
          <ac:chgData name="Van de Vyvere Brecht" userId="S::brecht.vandevyvere@vlaanderen.be::c748c14e-f036-40e8-878f-c3efabff3178" providerId="AD" clId="Web-{CCA9E1F3-15A7-37C2-9C55-138B0B7F1EC1}" dt="2026-06-17T11:55:55.488" v="1123"/>
          <ac:picMkLst>
            <pc:docMk/>
            <pc:sldMk cId="3820552825" sldId="510"/>
            <ac:picMk id="4" creationId="{D45B6643-0991-4D0D-1E8A-7B944B7E8C66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11:55:35.331" v="1115" actId="20577"/>
        <pc:sldMkLst>
          <pc:docMk/>
          <pc:sldMk cId="446742476" sldId="511"/>
        </pc:sldMkLst>
        <pc:spChg chg="mod">
          <ac:chgData name="Van de Vyvere Brecht" userId="S::brecht.vandevyvere@vlaanderen.be::c748c14e-f036-40e8-878f-c3efabff3178" providerId="AD" clId="Web-{CCA9E1F3-15A7-37C2-9C55-138B0B7F1EC1}" dt="2026-06-17T11:55:35.331" v="1115" actId="20577"/>
          <ac:spMkLst>
            <pc:docMk/>
            <pc:sldMk cId="446742476" sldId="511"/>
            <ac:spMk id="10" creationId="{9383ABB9-47A2-1F6F-1818-F096F6A84BBB}"/>
          </ac:spMkLst>
        </pc:spChg>
        <pc:picChg chg="add">
          <ac:chgData name="Van de Vyvere Brecht" userId="S::brecht.vandevyvere@vlaanderen.be::c748c14e-f036-40e8-878f-c3efabff3178" providerId="AD" clId="Web-{CCA9E1F3-15A7-37C2-9C55-138B0B7F1EC1}" dt="2026-06-17T11:52:30.401" v="1082"/>
          <ac:picMkLst>
            <pc:docMk/>
            <pc:sldMk cId="446742476" sldId="511"/>
            <ac:picMk id="4" creationId="{A31C6420-39F7-6B47-29B4-C560CA952730}"/>
          </ac:picMkLst>
        </pc:picChg>
      </pc:sldChg>
      <pc:sldChg chg="delSp modSp add replId">
        <pc:chgData name="Van de Vyvere Brecht" userId="S::brecht.vandevyvere@vlaanderen.be::c748c14e-f036-40e8-878f-c3efabff3178" providerId="AD" clId="Web-{CCA9E1F3-15A7-37C2-9C55-138B0B7F1EC1}" dt="2026-06-17T11:52:15.870" v="1079"/>
        <pc:sldMkLst>
          <pc:docMk/>
          <pc:sldMk cId="3487613626" sldId="512"/>
        </pc:sldMkLst>
        <pc:spChg chg="mod">
          <ac:chgData name="Van de Vyvere Brecht" userId="S::brecht.vandevyvere@vlaanderen.be::c748c14e-f036-40e8-878f-c3efabff3178" providerId="AD" clId="Web-{CCA9E1F3-15A7-37C2-9C55-138B0B7F1EC1}" dt="2026-06-17T11:52:15.604" v="1078" actId="20577"/>
          <ac:spMkLst>
            <pc:docMk/>
            <pc:sldMk cId="3487613626" sldId="512"/>
            <ac:spMk id="10" creationId="{0C627BF4-0B40-41BC-52A4-6B1E207D3425}"/>
          </ac:spMkLst>
        </pc:spChg>
        <pc:picChg chg="mod">
          <ac:chgData name="Van de Vyvere Brecht" userId="S::brecht.vandevyvere@vlaanderen.be::c748c14e-f036-40e8-878f-c3efabff3178" providerId="AD" clId="Web-{CCA9E1F3-15A7-37C2-9C55-138B0B7F1EC1}" dt="2026-06-17T11:52:09.744" v="1074" actId="1076"/>
          <ac:picMkLst>
            <pc:docMk/>
            <pc:sldMk cId="3487613626" sldId="512"/>
            <ac:picMk id="9" creationId="{65DB13FB-F484-217B-FD7B-046A2E9E4849}"/>
          </ac:picMkLst>
        </pc:picChg>
      </pc:sldChg>
      <pc:sldChg chg="delSp modSp add replId">
        <pc:chgData name="Van de Vyvere Brecht" userId="S::brecht.vandevyvere@vlaanderen.be::c748c14e-f036-40e8-878f-c3efabff3178" providerId="AD" clId="Web-{CCA9E1F3-15A7-37C2-9C55-138B0B7F1EC1}" dt="2026-06-17T11:50:36.912" v="1060" actId="20577"/>
        <pc:sldMkLst>
          <pc:docMk/>
          <pc:sldMk cId="2466580338" sldId="513"/>
        </pc:sldMkLst>
        <pc:spChg chg="mod">
          <ac:chgData name="Van de Vyvere Brecht" userId="S::brecht.vandevyvere@vlaanderen.be::c748c14e-f036-40e8-878f-c3efabff3178" providerId="AD" clId="Web-{CCA9E1F3-15A7-37C2-9C55-138B0B7F1EC1}" dt="2026-06-17T11:50:36.912" v="1060" actId="20577"/>
          <ac:spMkLst>
            <pc:docMk/>
            <pc:sldMk cId="2466580338" sldId="513"/>
            <ac:spMk id="10" creationId="{3D908292-866D-C631-37FC-6A6E7290A0AF}"/>
          </ac:spMkLst>
        </pc:sp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11:48:14.813" v="1051"/>
        <pc:sldMkLst>
          <pc:docMk/>
          <pc:sldMk cId="2542973434" sldId="514"/>
        </pc:sldMkLst>
        <pc:spChg chg="mod">
          <ac:chgData name="Van de Vyvere Brecht" userId="S::brecht.vandevyvere@vlaanderen.be::c748c14e-f036-40e8-878f-c3efabff3178" providerId="AD" clId="Web-{CCA9E1F3-15A7-37C2-9C55-138B0B7F1EC1}" dt="2026-06-17T11:48:11.719" v="1050" actId="20577"/>
          <ac:spMkLst>
            <pc:docMk/>
            <pc:sldMk cId="2542973434" sldId="514"/>
            <ac:spMk id="10" creationId="{FD3FAB3E-04DF-0F61-5D32-7B7E8651D880}"/>
          </ac:spMkLst>
        </pc:spChg>
        <pc:picChg chg="add">
          <ac:chgData name="Van de Vyvere Brecht" userId="S::brecht.vandevyvere@vlaanderen.be::c748c14e-f036-40e8-878f-c3efabff3178" providerId="AD" clId="Web-{CCA9E1F3-15A7-37C2-9C55-138B0B7F1EC1}" dt="2026-06-17T11:48:14.813" v="1051"/>
          <ac:picMkLst>
            <pc:docMk/>
            <pc:sldMk cId="2542973434" sldId="514"/>
            <ac:picMk id="7" creationId="{175FBCCF-B1BC-31FF-3DE9-F6501EE29D9B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11:47:18.607" v="1043" actId="20577"/>
        <pc:sldMkLst>
          <pc:docMk/>
          <pc:sldMk cId="3521026947" sldId="515"/>
        </pc:sldMkLst>
        <pc:spChg chg="mod">
          <ac:chgData name="Van de Vyvere Brecht" userId="S::brecht.vandevyvere@vlaanderen.be::c748c14e-f036-40e8-878f-c3efabff3178" providerId="AD" clId="Web-{CCA9E1F3-15A7-37C2-9C55-138B0B7F1EC1}" dt="2026-06-17T11:47:18.607" v="1043" actId="20577"/>
          <ac:spMkLst>
            <pc:docMk/>
            <pc:sldMk cId="3521026947" sldId="515"/>
            <ac:spMk id="10" creationId="{C6D3CDA2-4EC9-6247-2CDD-B4D5292041CA}"/>
          </ac:spMkLst>
        </pc:spChg>
        <pc:picChg chg="add">
          <ac:chgData name="Van de Vyvere Brecht" userId="S::brecht.vandevyvere@vlaanderen.be::c748c14e-f036-40e8-878f-c3efabff3178" providerId="AD" clId="Web-{CCA9E1F3-15A7-37C2-9C55-138B0B7F1EC1}" dt="2026-06-17T11:47:11.919" v="1032"/>
          <ac:picMkLst>
            <pc:docMk/>
            <pc:sldMk cId="3521026947" sldId="515"/>
            <ac:picMk id="4" creationId="{67339780-71D4-E951-5DEF-C571648DD10F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11:39:33.838" v="1028" actId="20577"/>
        <pc:sldMkLst>
          <pc:docMk/>
          <pc:sldMk cId="66559504" sldId="516"/>
        </pc:sldMkLst>
        <pc:spChg chg="mod">
          <ac:chgData name="Van de Vyvere Brecht" userId="S::brecht.vandevyvere@vlaanderen.be::c748c14e-f036-40e8-878f-c3efabff3178" providerId="AD" clId="Web-{CCA9E1F3-15A7-37C2-9C55-138B0B7F1EC1}" dt="2026-06-17T11:39:33.838" v="1028" actId="20577"/>
          <ac:spMkLst>
            <pc:docMk/>
            <pc:sldMk cId="66559504" sldId="516"/>
            <ac:spMk id="10" creationId="{11136B46-EF22-AF5B-24AD-DD71799454E9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11:39:22.150" v="1025" actId="1076"/>
          <ac:picMkLst>
            <pc:docMk/>
            <pc:sldMk cId="66559504" sldId="516"/>
            <ac:picMk id="7" creationId="{AD2280CF-1537-0BA2-FA5C-EBFDE5E059FC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11:38:49.836" v="1011" actId="1076"/>
        <pc:sldMkLst>
          <pc:docMk/>
          <pc:sldMk cId="2348621299" sldId="517"/>
        </pc:sldMkLst>
        <pc:spChg chg="mod">
          <ac:chgData name="Van de Vyvere Brecht" userId="S::brecht.vandevyvere@vlaanderen.be::c748c14e-f036-40e8-878f-c3efabff3178" providerId="AD" clId="Web-{CCA9E1F3-15A7-37C2-9C55-138B0B7F1EC1}" dt="2026-06-17T11:38:29.741" v="1009" actId="20577"/>
          <ac:spMkLst>
            <pc:docMk/>
            <pc:sldMk cId="2348621299" sldId="517"/>
            <ac:spMk id="10" creationId="{4347CB5E-43F9-8300-B2DE-398A143367FE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11:38:49.836" v="1011" actId="1076"/>
          <ac:picMkLst>
            <pc:docMk/>
            <pc:sldMk cId="2348621299" sldId="517"/>
            <ac:picMk id="3" creationId="{2EDA5DEF-78BB-8562-DE5F-C5B943A0F05A}"/>
          </ac:picMkLst>
        </pc:picChg>
        <pc:picChg chg="mod">
          <ac:chgData name="Van de Vyvere Brecht" userId="S::brecht.vandevyvere@vlaanderen.be::c748c14e-f036-40e8-878f-c3efabff3178" providerId="AD" clId="Web-{CCA9E1F3-15A7-37C2-9C55-138B0B7F1EC1}" dt="2026-06-17T11:38:13.459" v="1006" actId="1076"/>
          <ac:picMkLst>
            <pc:docMk/>
            <pc:sldMk cId="2348621299" sldId="517"/>
            <ac:picMk id="11" creationId="{0AA6BCC9-2FA6-790E-F449-5A0D6F3FF6C1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11:46:14.526" v="1029" actId="1076"/>
        <pc:sldMkLst>
          <pc:docMk/>
          <pc:sldMk cId="2679495884" sldId="518"/>
        </pc:sldMkLst>
        <pc:spChg chg="mod">
          <ac:chgData name="Van de Vyvere Brecht" userId="S::brecht.vandevyvere@vlaanderen.be::c748c14e-f036-40e8-878f-c3efabff3178" providerId="AD" clId="Web-{CCA9E1F3-15A7-37C2-9C55-138B0B7F1EC1}" dt="2026-06-17T11:46:14.526" v="1029" actId="1076"/>
          <ac:spMkLst>
            <pc:docMk/>
            <pc:sldMk cId="2679495884" sldId="518"/>
            <ac:spMk id="8" creationId="{CA7AD439-05ED-77A7-C036-B276A2CA7074}"/>
          </ac:spMkLst>
        </pc:spChg>
        <pc:spChg chg="mod">
          <ac:chgData name="Van de Vyvere Brecht" userId="S::brecht.vandevyvere@vlaanderen.be::c748c14e-f036-40e8-878f-c3efabff3178" providerId="AD" clId="Web-{CCA9E1F3-15A7-37C2-9C55-138B0B7F1EC1}" dt="2026-06-17T11:36:45.550" v="952" actId="20577"/>
          <ac:spMkLst>
            <pc:docMk/>
            <pc:sldMk cId="2679495884" sldId="518"/>
            <ac:spMk id="10" creationId="{066FBC78-AE89-EB44-F6D6-A75C833D344F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11:36:53.112" v="955" actId="1076"/>
          <ac:picMkLst>
            <pc:docMk/>
            <pc:sldMk cId="2679495884" sldId="518"/>
            <ac:picMk id="4" creationId="{1A943FA3-1907-E957-5A21-F300536BE137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11:37:14.894" v="981"/>
        <pc:sldMkLst>
          <pc:docMk/>
          <pc:sldMk cId="4074630847" sldId="519"/>
        </pc:sldMkLst>
        <pc:spChg chg="mod">
          <ac:chgData name="Van de Vyvere Brecht" userId="S::brecht.vandevyvere@vlaanderen.be::c748c14e-f036-40e8-878f-c3efabff3178" providerId="AD" clId="Web-{CCA9E1F3-15A7-37C2-9C55-138B0B7F1EC1}" dt="2026-06-17T11:37:14.894" v="981"/>
          <ac:spMkLst>
            <pc:docMk/>
            <pc:sldMk cId="4074630847" sldId="519"/>
            <ac:spMk id="10" creationId="{9779D927-47ED-8B2F-A668-94F89E90ADCD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11:34:25.294" v="934" actId="1076"/>
          <ac:picMkLst>
            <pc:docMk/>
            <pc:sldMk cId="4074630847" sldId="519"/>
            <ac:picMk id="12" creationId="{240A8C41-1CAA-6F41-7399-E33FCC8EEB25}"/>
          </ac:picMkLst>
        </pc:picChg>
      </pc:sldChg>
      <pc:sldChg chg="delSp modSp add replId">
        <pc:chgData name="Van de Vyvere Brecht" userId="S::brecht.vandevyvere@vlaanderen.be::c748c14e-f036-40e8-878f-c3efabff3178" providerId="AD" clId="Web-{CCA9E1F3-15A7-37C2-9C55-138B0B7F1EC1}" dt="2026-06-17T11:33:41.448" v="922" actId="1076"/>
        <pc:sldMkLst>
          <pc:docMk/>
          <pc:sldMk cId="3419635460" sldId="520"/>
        </pc:sldMkLst>
        <pc:spChg chg="mod">
          <ac:chgData name="Van de Vyvere Brecht" userId="S::brecht.vandevyvere@vlaanderen.be::c748c14e-f036-40e8-878f-c3efabff3178" providerId="AD" clId="Web-{CCA9E1F3-15A7-37C2-9C55-138B0B7F1EC1}" dt="2026-06-17T11:33:38.807" v="921" actId="20577"/>
          <ac:spMkLst>
            <pc:docMk/>
            <pc:sldMk cId="3419635460" sldId="520"/>
            <ac:spMk id="10" creationId="{B79E7B51-F9C1-E103-D869-112351939D74}"/>
          </ac:spMkLst>
        </pc:spChg>
        <pc:picChg chg="mod">
          <ac:chgData name="Van de Vyvere Brecht" userId="S::brecht.vandevyvere@vlaanderen.be::c748c14e-f036-40e8-878f-c3efabff3178" providerId="AD" clId="Web-{CCA9E1F3-15A7-37C2-9C55-138B0B7F1EC1}" dt="2026-06-17T11:33:41.448" v="922" actId="1076"/>
          <ac:picMkLst>
            <pc:docMk/>
            <pc:sldMk cId="3419635460" sldId="520"/>
            <ac:picMk id="4" creationId="{90EEC38B-3C2F-8F01-4853-ABE44857860E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11:27:37.199" v="908" actId="20577"/>
        <pc:sldMkLst>
          <pc:docMk/>
          <pc:sldMk cId="1064489067" sldId="521"/>
        </pc:sldMkLst>
        <pc:spChg chg="mod">
          <ac:chgData name="Van de Vyvere Brecht" userId="S::brecht.vandevyvere@vlaanderen.be::c748c14e-f036-40e8-878f-c3efabff3178" providerId="AD" clId="Web-{CCA9E1F3-15A7-37C2-9C55-138B0B7F1EC1}" dt="2026-06-17T11:27:37.199" v="908" actId="20577"/>
          <ac:spMkLst>
            <pc:docMk/>
            <pc:sldMk cId="1064489067" sldId="521"/>
            <ac:spMk id="10" creationId="{3E1B4DFF-0B6C-D063-E01E-0A7ABEC4798C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11:19:17.037" v="897" actId="1076"/>
          <ac:picMkLst>
            <pc:docMk/>
            <pc:sldMk cId="1064489067" sldId="521"/>
            <ac:picMk id="7" creationId="{C74A17DD-A574-28AF-742C-1150D6B7EFF8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11:15:09.058" v="880" actId="20577"/>
        <pc:sldMkLst>
          <pc:docMk/>
          <pc:sldMk cId="1100417481" sldId="522"/>
        </pc:sldMkLst>
        <pc:spChg chg="mod">
          <ac:chgData name="Van de Vyvere Brecht" userId="S::brecht.vandevyvere@vlaanderen.be::c748c14e-f036-40e8-878f-c3efabff3178" providerId="AD" clId="Web-{CCA9E1F3-15A7-37C2-9C55-138B0B7F1EC1}" dt="2026-06-17T11:15:09.058" v="880" actId="20577"/>
          <ac:spMkLst>
            <pc:docMk/>
            <pc:sldMk cId="1100417481" sldId="522"/>
            <ac:spMk id="10" creationId="{A4C33868-B758-50D2-D6B0-B1DE74C99836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11:14:36.697" v="859" actId="1076"/>
          <ac:picMkLst>
            <pc:docMk/>
            <pc:sldMk cId="1100417481" sldId="522"/>
            <ac:picMk id="4" creationId="{970F8C51-148B-15B3-1864-11958AFF9068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11:13:50.774" v="855"/>
        <pc:sldMkLst>
          <pc:docMk/>
          <pc:sldMk cId="4198112786" sldId="523"/>
        </pc:sldMkLst>
        <pc:spChg chg="mod">
          <ac:chgData name="Van de Vyvere Brecht" userId="S::brecht.vandevyvere@vlaanderen.be::c748c14e-f036-40e8-878f-c3efabff3178" providerId="AD" clId="Web-{CCA9E1F3-15A7-37C2-9C55-138B0B7F1EC1}" dt="2026-06-17T11:09:33.966" v="842" actId="20577"/>
          <ac:spMkLst>
            <pc:docMk/>
            <pc:sldMk cId="4198112786" sldId="523"/>
            <ac:spMk id="3" creationId="{23CCED20-2CD9-E5CC-0D2D-535A055AEBB6}"/>
          </ac:spMkLst>
        </pc:spChg>
        <pc:picChg chg="add mod ord modCrop">
          <ac:chgData name="Van de Vyvere Brecht" userId="S::brecht.vandevyvere@vlaanderen.be::c748c14e-f036-40e8-878f-c3efabff3178" providerId="AD" clId="Web-{CCA9E1F3-15A7-37C2-9C55-138B0B7F1EC1}" dt="2026-06-17T11:13:50.774" v="855"/>
          <ac:picMkLst>
            <pc:docMk/>
            <pc:sldMk cId="4198112786" sldId="523"/>
            <ac:picMk id="14" creationId="{BD790125-1756-64F1-F322-25DE8E8C4C71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11:09:24.684" v="838" actId="1076"/>
        <pc:sldMkLst>
          <pc:docMk/>
          <pc:sldMk cId="1351494036" sldId="524"/>
        </pc:sldMkLst>
        <pc:spChg chg="mod">
          <ac:chgData name="Van de Vyvere Brecht" userId="S::brecht.vandevyvere@vlaanderen.be::c748c14e-f036-40e8-878f-c3efabff3178" providerId="AD" clId="Web-{CCA9E1F3-15A7-37C2-9C55-138B0B7F1EC1}" dt="2026-06-17T11:05:40.237" v="833" actId="20577"/>
          <ac:spMkLst>
            <pc:docMk/>
            <pc:sldMk cId="1351494036" sldId="524"/>
            <ac:spMk id="3" creationId="{B1A37724-D329-733C-5591-D54EA6054700}"/>
          </ac:spMkLst>
        </pc:spChg>
        <pc:picChg chg="add mod">
          <ac:chgData name="Van de Vyvere Brecht" userId="S::brecht.vandevyvere@vlaanderen.be::c748c14e-f036-40e8-878f-c3efabff3178" providerId="AD" clId="Web-{CCA9E1F3-15A7-37C2-9C55-138B0B7F1EC1}" dt="2026-06-17T11:09:24.684" v="838" actId="1076"/>
          <ac:picMkLst>
            <pc:docMk/>
            <pc:sldMk cId="1351494036" sldId="524"/>
            <ac:picMk id="5" creationId="{54259CD5-A09E-8FFE-5216-3D251703170B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09:00:30.674" v="828" actId="20577"/>
        <pc:sldMkLst>
          <pc:docMk/>
          <pc:sldMk cId="153275270" sldId="525"/>
        </pc:sldMkLst>
        <pc:spChg chg="mod">
          <ac:chgData name="Van de Vyvere Brecht" userId="S::brecht.vandevyvere@vlaanderen.be::c748c14e-f036-40e8-878f-c3efabff3178" providerId="AD" clId="Web-{CCA9E1F3-15A7-37C2-9C55-138B0B7F1EC1}" dt="2026-06-17T09:00:30.674" v="828" actId="20577"/>
          <ac:spMkLst>
            <pc:docMk/>
            <pc:sldMk cId="153275270" sldId="525"/>
            <ac:spMk id="3" creationId="{920CCA98-8295-0A50-7F97-CA912D550D4A}"/>
          </ac:spMkLst>
        </pc:spChg>
        <pc:picChg chg="add mod ord modCrop">
          <ac:chgData name="Van de Vyvere Brecht" userId="S::brecht.vandevyvere@vlaanderen.be::c748c14e-f036-40e8-878f-c3efabff3178" providerId="AD" clId="Web-{CCA9E1F3-15A7-37C2-9C55-138B0B7F1EC1}" dt="2026-06-17T08:58:07.389" v="824" actId="1076"/>
          <ac:picMkLst>
            <pc:docMk/>
            <pc:sldMk cId="153275270" sldId="525"/>
            <ac:picMk id="11" creationId="{23746EB3-A5C7-6B2F-95D3-DCB728419AD3}"/>
          </ac:picMkLst>
        </pc:picChg>
      </pc:sldChg>
      <pc:sldChg chg="modSp add replId">
        <pc:chgData name="Van de Vyvere Brecht" userId="S::brecht.vandevyvere@vlaanderen.be::c748c14e-f036-40e8-878f-c3efabff3178" providerId="AD" clId="Web-{CCA9E1F3-15A7-37C2-9C55-138B0B7F1EC1}" dt="2026-06-17T08:56:55.403" v="809" actId="20577"/>
        <pc:sldMkLst>
          <pc:docMk/>
          <pc:sldMk cId="2358887343" sldId="526"/>
        </pc:sldMkLst>
        <pc:spChg chg="mod">
          <ac:chgData name="Van de Vyvere Brecht" userId="S::brecht.vandevyvere@vlaanderen.be::c748c14e-f036-40e8-878f-c3efabff3178" providerId="AD" clId="Web-{CCA9E1F3-15A7-37C2-9C55-138B0B7F1EC1}" dt="2026-06-17T08:56:55.403" v="809" actId="20577"/>
          <ac:spMkLst>
            <pc:docMk/>
            <pc:sldMk cId="2358887343" sldId="526"/>
            <ac:spMk id="4" creationId="{AA415C46-7E12-C2B4-5BBC-1AA1472FFD11}"/>
          </ac:spMkLst>
        </pc:spChg>
      </pc:sldChg>
      <pc:sldChg chg="addSp delSp modSp add replId">
        <pc:chgData name="Van de Vyvere Brecht" userId="S::brecht.vandevyvere@vlaanderen.be::c748c14e-f036-40e8-878f-c3efabff3178" providerId="AD" clId="Web-{CCA9E1F3-15A7-37C2-9C55-138B0B7F1EC1}" dt="2026-06-17T08:50:06.327" v="801" actId="20577"/>
        <pc:sldMkLst>
          <pc:docMk/>
          <pc:sldMk cId="2708229821" sldId="527"/>
        </pc:sldMkLst>
        <pc:spChg chg="mod">
          <ac:chgData name="Van de Vyvere Brecht" userId="S::brecht.vandevyvere@vlaanderen.be::c748c14e-f036-40e8-878f-c3efabff3178" providerId="AD" clId="Web-{CCA9E1F3-15A7-37C2-9C55-138B0B7F1EC1}" dt="2026-06-17T08:50:06.327" v="801" actId="20577"/>
          <ac:spMkLst>
            <pc:docMk/>
            <pc:sldMk cId="2708229821" sldId="527"/>
            <ac:spMk id="3" creationId="{6F138190-5424-725D-3097-19C5744162EC}"/>
          </ac:spMkLst>
        </pc:spChg>
        <pc:picChg chg="add mod ord modCrop">
          <ac:chgData name="Van de Vyvere Brecht" userId="S::brecht.vandevyvere@vlaanderen.be::c748c14e-f036-40e8-878f-c3efabff3178" providerId="AD" clId="Web-{CCA9E1F3-15A7-37C2-9C55-138B0B7F1EC1}" dt="2026-06-17T08:49:55.858" v="793" actId="1076"/>
          <ac:picMkLst>
            <pc:docMk/>
            <pc:sldMk cId="2708229821" sldId="527"/>
            <ac:picMk id="7" creationId="{858016BE-5282-B575-2679-970B89FA13AA}"/>
          </ac:picMkLst>
        </pc:picChg>
      </pc:sldChg>
      <pc:sldChg chg="modSp add replId">
        <pc:chgData name="Van de Vyvere Brecht" userId="S::brecht.vandevyvere@vlaanderen.be::c748c14e-f036-40e8-878f-c3efabff3178" providerId="AD" clId="Web-{CCA9E1F3-15A7-37C2-9C55-138B0B7F1EC1}" dt="2026-06-17T08:46:32.146" v="783" actId="20577"/>
        <pc:sldMkLst>
          <pc:docMk/>
          <pc:sldMk cId="1122150952" sldId="528"/>
        </pc:sldMkLst>
        <pc:spChg chg="mod">
          <ac:chgData name="Van de Vyvere Brecht" userId="S::brecht.vandevyvere@vlaanderen.be::c748c14e-f036-40e8-878f-c3efabff3178" providerId="AD" clId="Web-{CCA9E1F3-15A7-37C2-9C55-138B0B7F1EC1}" dt="2026-06-17T08:46:32.146" v="783" actId="20577"/>
          <ac:spMkLst>
            <pc:docMk/>
            <pc:sldMk cId="1122150952" sldId="528"/>
            <ac:spMk id="2" creationId="{CA91E175-89E8-BC6F-C6D0-34558ACAEBF4}"/>
          </ac:spMkLst>
        </pc:spChg>
      </pc:sldChg>
    </pc:docChg>
  </pc:docChgLst>
  <pc:docChgLst>
    <pc:chgData name="Van de Vyvere Brecht" userId="S::brecht.vandevyvere@vlaanderen.be::c748c14e-f036-40e8-878f-c3efabff3178" providerId="AD" clId="Web-{6CC5578C-AA7F-81AA-97AC-4CD4324EF1B6}"/>
    <pc:docChg chg="addSld delSld modSld sldOrd">
      <pc:chgData name="Van de Vyvere Brecht" userId="S::brecht.vandevyvere@vlaanderen.be::c748c14e-f036-40e8-878f-c3efabff3178" providerId="AD" clId="Web-{6CC5578C-AA7F-81AA-97AC-4CD4324EF1B6}" dt="2026-06-16T15:38:20.388" v="1844" actId="20577"/>
      <pc:docMkLst>
        <pc:docMk/>
      </pc:docMkLst>
      <pc:sldChg chg="addSp modSp ord">
        <pc:chgData name="Van de Vyvere Brecht" userId="S::brecht.vandevyvere@vlaanderen.be::c748c14e-f036-40e8-878f-c3efabff3178" providerId="AD" clId="Web-{6CC5578C-AA7F-81AA-97AC-4CD4324EF1B6}" dt="2026-06-16T12:44:26.288" v="381" actId="20577"/>
        <pc:sldMkLst>
          <pc:docMk/>
          <pc:sldMk cId="1693247869" sldId="262"/>
        </pc:sldMkLst>
        <pc:spChg chg="mod">
          <ac:chgData name="Van de Vyvere Brecht" userId="S::brecht.vandevyvere@vlaanderen.be::c748c14e-f036-40e8-878f-c3efabff3178" providerId="AD" clId="Web-{6CC5578C-AA7F-81AA-97AC-4CD4324EF1B6}" dt="2026-06-16T12:34:16.624" v="285" actId="20577"/>
          <ac:spMkLst>
            <pc:docMk/>
            <pc:sldMk cId="1693247869" sldId="262"/>
            <ac:spMk id="2" creationId="{1CEFD8CD-792A-4817-A443-5FC75BCF0C6C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2:44:26.288" v="381" actId="20577"/>
          <ac:spMkLst>
            <pc:docMk/>
            <pc:sldMk cId="1693247869" sldId="262"/>
            <ac:spMk id="3" creationId="{A71A6943-4E9A-9EAD-1776-815CABE6D71A}"/>
          </ac:spMkLst>
        </pc:spChg>
        <pc:spChg chg="add mod">
          <ac:chgData name="Van de Vyvere Brecht" userId="S::brecht.vandevyvere@vlaanderen.be::c748c14e-f036-40e8-878f-c3efabff3178" providerId="AD" clId="Web-{6CC5578C-AA7F-81AA-97AC-4CD4324EF1B6}" dt="2026-06-16T12:41:16.031" v="345" actId="20577"/>
          <ac:spMkLst>
            <pc:docMk/>
            <pc:sldMk cId="1693247869" sldId="262"/>
            <ac:spMk id="6" creationId="{ED1729FF-2E9E-1C25-0451-7B6CB69AA4E0}"/>
          </ac:spMkLst>
        </pc:spChg>
        <pc:picChg chg="add mod">
          <ac:chgData name="Van de Vyvere Brecht" userId="S::brecht.vandevyvere@vlaanderen.be::c748c14e-f036-40e8-878f-c3efabff3178" providerId="AD" clId="Web-{6CC5578C-AA7F-81AA-97AC-4CD4324EF1B6}" dt="2026-06-16T12:42:30.955" v="346" actId="1076"/>
          <ac:picMkLst>
            <pc:docMk/>
            <pc:sldMk cId="1693247869" sldId="262"/>
            <ac:picMk id="5" creationId="{743DBC97-DB87-0D32-67BB-C11EFE923AC1}"/>
          </ac:picMkLst>
        </pc:picChg>
      </pc:sldChg>
      <pc:sldChg chg="addSp delSp modSp">
        <pc:chgData name="Van de Vyvere Brecht" userId="S::brecht.vandevyvere@vlaanderen.be::c748c14e-f036-40e8-878f-c3efabff3178" providerId="AD" clId="Web-{6CC5578C-AA7F-81AA-97AC-4CD4324EF1B6}" dt="2026-06-16T15:20:08.534" v="1683" actId="1076"/>
        <pc:sldMkLst>
          <pc:docMk/>
          <pc:sldMk cId="3951409503" sldId="327"/>
        </pc:sldMkLst>
        <pc:spChg chg="mod">
          <ac:chgData name="Van de Vyvere Brecht" userId="S::brecht.vandevyvere@vlaanderen.be::c748c14e-f036-40e8-878f-c3efabff3178" providerId="AD" clId="Web-{6CC5578C-AA7F-81AA-97AC-4CD4324EF1B6}" dt="2026-06-16T15:03:25.059" v="1564" actId="20577"/>
          <ac:spMkLst>
            <pc:docMk/>
            <pc:sldMk cId="3951409503" sldId="327"/>
            <ac:spMk id="3" creationId="{B8EDEB7D-D56F-AF79-18A7-D233BF7803B1}"/>
          </ac:spMkLst>
        </pc:spChg>
        <pc:picChg chg="add mod ord modCrop">
          <ac:chgData name="Van de Vyvere Brecht" userId="S::brecht.vandevyvere@vlaanderen.be::c748c14e-f036-40e8-878f-c3efabff3178" providerId="AD" clId="Web-{6CC5578C-AA7F-81AA-97AC-4CD4324EF1B6}" dt="2026-06-16T15:20:08.534" v="1683" actId="1076"/>
          <ac:picMkLst>
            <pc:docMk/>
            <pc:sldMk cId="3951409503" sldId="327"/>
            <ac:picMk id="31" creationId="{4939CFD2-9A29-0CF1-C901-CDEDF9CAC5D4}"/>
          </ac:picMkLst>
        </pc:picChg>
      </pc:sldChg>
      <pc:sldChg chg="addSp delSp modSp">
        <pc:chgData name="Van de Vyvere Brecht" userId="S::brecht.vandevyvere@vlaanderen.be::c748c14e-f036-40e8-878f-c3efabff3178" providerId="AD" clId="Web-{6CC5578C-AA7F-81AA-97AC-4CD4324EF1B6}" dt="2026-06-16T15:04:29.717" v="1570"/>
        <pc:sldMkLst>
          <pc:docMk/>
          <pc:sldMk cId="1208557608" sldId="344"/>
        </pc:sldMkLst>
        <pc:spChg chg="mod">
          <ac:chgData name="Van de Vyvere Brecht" userId="S::brecht.vandevyvere@vlaanderen.be::c748c14e-f036-40e8-878f-c3efabff3178" providerId="AD" clId="Web-{6CC5578C-AA7F-81AA-97AC-4CD4324EF1B6}" dt="2026-06-16T15:04:18.608" v="1568" actId="20577"/>
          <ac:spMkLst>
            <pc:docMk/>
            <pc:sldMk cId="1208557608" sldId="344"/>
            <ac:spMk id="2" creationId="{078B33B6-ACCC-E988-7D49-FF435592DB44}"/>
          </ac:spMkLst>
        </pc:spChg>
      </pc:sldChg>
      <pc:sldChg chg="addSp delSp modSp">
        <pc:chgData name="Van de Vyvere Brecht" userId="S::brecht.vandevyvere@vlaanderen.be::c748c14e-f036-40e8-878f-c3efabff3178" providerId="AD" clId="Web-{6CC5578C-AA7F-81AA-97AC-4CD4324EF1B6}" dt="2026-06-16T13:26:25.603" v="597" actId="20577"/>
        <pc:sldMkLst>
          <pc:docMk/>
          <pc:sldMk cId="3113651830" sldId="391"/>
        </pc:sldMkLst>
        <pc:spChg chg="mod">
          <ac:chgData name="Van de Vyvere Brecht" userId="S::brecht.vandevyvere@vlaanderen.be::c748c14e-f036-40e8-878f-c3efabff3178" providerId="AD" clId="Web-{6CC5578C-AA7F-81AA-97AC-4CD4324EF1B6}" dt="2026-06-16T13:26:25.603" v="597" actId="20577"/>
          <ac:spMkLst>
            <pc:docMk/>
            <pc:sldMk cId="3113651830" sldId="391"/>
            <ac:spMk id="6" creationId="{4E37D0BB-4CB7-0162-03FA-2D3F6189FABA}"/>
          </ac:spMkLst>
        </pc:spChg>
        <pc:spChg chg="add mod">
          <ac:chgData name="Van de Vyvere Brecht" userId="S::brecht.vandevyvere@vlaanderen.be::c748c14e-f036-40e8-878f-c3efabff3178" providerId="AD" clId="Web-{6CC5578C-AA7F-81AA-97AC-4CD4324EF1B6}" dt="2026-06-16T13:22:42.563" v="560" actId="20577"/>
          <ac:spMkLst>
            <pc:docMk/>
            <pc:sldMk cId="3113651830" sldId="391"/>
            <ac:spMk id="10" creationId="{4C4D2B5E-5F99-2260-04C6-C413FA9F667A}"/>
          </ac:spMkLst>
        </pc:spChg>
        <pc:picChg chg="add mod">
          <ac:chgData name="Van de Vyvere Brecht" userId="S::brecht.vandevyvere@vlaanderen.be::c748c14e-f036-40e8-878f-c3efabff3178" providerId="AD" clId="Web-{6CC5578C-AA7F-81AA-97AC-4CD4324EF1B6}" dt="2026-06-16T13:19:16.258" v="479" actId="1076"/>
          <ac:picMkLst>
            <pc:docMk/>
            <pc:sldMk cId="3113651830" sldId="391"/>
            <ac:picMk id="12" creationId="{7F581B94-3968-7B50-0DA8-AA64CC9EA61B}"/>
          </ac:picMkLst>
        </pc:picChg>
      </pc:sldChg>
      <pc:sldChg chg="modSp">
        <pc:chgData name="Van de Vyvere Brecht" userId="S::brecht.vandevyvere@vlaanderen.be::c748c14e-f036-40e8-878f-c3efabff3178" providerId="AD" clId="Web-{6CC5578C-AA7F-81AA-97AC-4CD4324EF1B6}" dt="2026-06-16T10:02:21.067" v="10" actId="20577"/>
        <pc:sldMkLst>
          <pc:docMk/>
          <pc:sldMk cId="3505240135" sldId="441"/>
        </pc:sldMkLst>
        <pc:spChg chg="mod">
          <ac:chgData name="Van de Vyvere Brecht" userId="S::brecht.vandevyvere@vlaanderen.be::c748c14e-f036-40e8-878f-c3efabff3178" providerId="AD" clId="Web-{6CC5578C-AA7F-81AA-97AC-4CD4324EF1B6}" dt="2026-06-16T10:02:02.472" v="4" actId="20577"/>
          <ac:spMkLst>
            <pc:docMk/>
            <pc:sldMk cId="3505240135" sldId="441"/>
            <ac:spMk id="2" creationId="{8FC3A0B4-4142-69AD-90BA-4E07DD7C4273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0:02:21.067" v="10" actId="20577"/>
          <ac:spMkLst>
            <pc:docMk/>
            <pc:sldMk cId="3505240135" sldId="441"/>
            <ac:spMk id="3" creationId="{127A2BEB-F12D-F92B-7DEF-92FCCC39D5CC}"/>
          </ac:spMkLst>
        </pc:spChg>
      </pc:sldChg>
      <pc:sldChg chg="modSp ord">
        <pc:chgData name="Van de Vyvere Brecht" userId="S::brecht.vandevyvere@vlaanderen.be::c748c14e-f036-40e8-878f-c3efabff3178" providerId="AD" clId="Web-{6CC5578C-AA7F-81AA-97AC-4CD4324EF1B6}" dt="2026-06-16T10:11:42.291" v="174" actId="20577"/>
        <pc:sldMkLst>
          <pc:docMk/>
          <pc:sldMk cId="937664074" sldId="448"/>
        </pc:sldMkLst>
        <pc:spChg chg="mod">
          <ac:chgData name="Van de Vyvere Brecht" userId="S::brecht.vandevyvere@vlaanderen.be::c748c14e-f036-40e8-878f-c3efabff3178" providerId="AD" clId="Web-{6CC5578C-AA7F-81AA-97AC-4CD4324EF1B6}" dt="2026-06-16T10:11:42.291" v="174" actId="20577"/>
          <ac:spMkLst>
            <pc:docMk/>
            <pc:sldMk cId="937664074" sldId="448"/>
            <ac:spMk id="4" creationId="{78C360B6-C967-FEFE-F7CA-D8D9C1FFE870}"/>
          </ac:spMkLst>
        </pc:spChg>
      </pc:sldChg>
      <pc:sldChg chg="addSp delSp modSp">
        <pc:chgData name="Van de Vyvere Brecht" userId="S::brecht.vandevyvere@vlaanderen.be::c748c14e-f036-40e8-878f-c3efabff3178" providerId="AD" clId="Web-{6CC5578C-AA7F-81AA-97AC-4CD4324EF1B6}" dt="2026-06-16T13:14:23.185" v="404"/>
        <pc:sldMkLst>
          <pc:docMk/>
          <pc:sldMk cId="3599223130" sldId="452"/>
        </pc:sldMkLst>
        <pc:spChg chg="mod">
          <ac:chgData name="Van de Vyvere Brecht" userId="S::brecht.vandevyvere@vlaanderen.be::c748c14e-f036-40e8-878f-c3efabff3178" providerId="AD" clId="Web-{6CC5578C-AA7F-81AA-97AC-4CD4324EF1B6}" dt="2026-06-16T12:48:33.313" v="383" actId="20577"/>
          <ac:spMkLst>
            <pc:docMk/>
            <pc:sldMk cId="3599223130" sldId="452"/>
            <ac:spMk id="3" creationId="{B6F61925-BFFD-FD91-225C-0C3467E0016A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2:48:43.860" v="394" actId="20577"/>
          <ac:spMkLst>
            <pc:docMk/>
            <pc:sldMk cId="3599223130" sldId="452"/>
            <ac:spMk id="4" creationId="{4B82ADF2-DA89-BD0C-15A2-7015090F1AC9}"/>
          </ac:spMkLst>
        </pc:spChg>
        <pc:picChg chg="add mod ord modCrop">
          <ac:chgData name="Van de Vyvere Brecht" userId="S::brecht.vandevyvere@vlaanderen.be::c748c14e-f036-40e8-878f-c3efabff3178" providerId="AD" clId="Web-{6CC5578C-AA7F-81AA-97AC-4CD4324EF1B6}" dt="2026-06-16T13:14:23.185" v="404"/>
          <ac:picMkLst>
            <pc:docMk/>
            <pc:sldMk cId="3599223130" sldId="452"/>
            <ac:picMk id="11" creationId="{7CD3B025-D07B-9935-66E8-B4B78BE69E50}"/>
          </ac:picMkLst>
        </pc:picChg>
      </pc:sldChg>
      <pc:sldChg chg="addSp delSp modSp">
        <pc:chgData name="Van de Vyvere Brecht" userId="S::brecht.vandevyvere@vlaanderen.be::c748c14e-f036-40e8-878f-c3efabff3178" providerId="AD" clId="Web-{6CC5578C-AA7F-81AA-97AC-4CD4324EF1B6}" dt="2026-06-16T15:18:31.984" v="1663" actId="20577"/>
        <pc:sldMkLst>
          <pc:docMk/>
          <pc:sldMk cId="3926157745" sldId="456"/>
        </pc:sldMkLst>
        <pc:spChg chg="add mod">
          <ac:chgData name="Van de Vyvere Brecht" userId="S::brecht.vandevyvere@vlaanderen.be::c748c14e-f036-40e8-878f-c3efabff3178" providerId="AD" clId="Web-{6CC5578C-AA7F-81AA-97AC-4CD4324EF1B6}" dt="2026-06-16T12:43:10.660" v="357" actId="1076"/>
          <ac:spMkLst>
            <pc:docMk/>
            <pc:sldMk cId="3926157745" sldId="456"/>
            <ac:spMk id="2" creationId="{48111312-04BA-8BD6-74E0-CD65C2EF0D4D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5:18:31.984" v="1663" actId="20577"/>
          <ac:spMkLst>
            <pc:docMk/>
            <pc:sldMk cId="3926157745" sldId="456"/>
            <ac:spMk id="3" creationId="{A8B7A72B-9700-4D34-18D7-AB64CD0BDDA5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0:14:45.814" v="187" actId="20577"/>
          <ac:spMkLst>
            <pc:docMk/>
            <pc:sldMk cId="3926157745" sldId="456"/>
            <ac:spMk id="4" creationId="{1FFCD237-A3BC-4670-574E-6F1C76D74F7A}"/>
          </ac:spMkLst>
        </pc:spChg>
        <pc:picChg chg="add mod ord modCrop">
          <ac:chgData name="Van de Vyvere Brecht" userId="S::brecht.vandevyvere@vlaanderen.be::c748c14e-f036-40e8-878f-c3efabff3178" providerId="AD" clId="Web-{6CC5578C-AA7F-81AA-97AC-4CD4324EF1B6}" dt="2026-06-16T10:16:53.865" v="217" actId="1076"/>
          <ac:picMkLst>
            <pc:docMk/>
            <pc:sldMk cId="3926157745" sldId="456"/>
            <ac:picMk id="15" creationId="{24A4FF33-BA99-63F1-DDF5-DDA09D83D34F}"/>
          </ac:picMkLst>
        </pc:picChg>
      </pc:sldChg>
      <pc:sldChg chg="delSp modSp add replId">
        <pc:chgData name="Van de Vyvere Brecht" userId="S::brecht.vandevyvere@vlaanderen.be::c748c14e-f036-40e8-878f-c3efabff3178" providerId="AD" clId="Web-{6CC5578C-AA7F-81AA-97AC-4CD4324EF1B6}" dt="2026-06-16T13:26:21.243" v="592" actId="20577"/>
        <pc:sldMkLst>
          <pc:docMk/>
          <pc:sldMk cId="3752880875" sldId="457"/>
        </pc:sldMkLst>
        <pc:spChg chg="mod">
          <ac:chgData name="Van de Vyvere Brecht" userId="S::brecht.vandevyvere@vlaanderen.be::c748c14e-f036-40e8-878f-c3efabff3178" providerId="AD" clId="Web-{6CC5578C-AA7F-81AA-97AC-4CD4324EF1B6}" dt="2026-06-16T13:26:21.243" v="592" actId="20577"/>
          <ac:spMkLst>
            <pc:docMk/>
            <pc:sldMk cId="3752880875" sldId="457"/>
            <ac:spMk id="6" creationId="{8CA9FB10-290E-2D46-1CD4-0414502D5636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3:22:39.188" v="558" actId="20577"/>
          <ac:spMkLst>
            <pc:docMk/>
            <pc:sldMk cId="3752880875" sldId="457"/>
            <ac:spMk id="10" creationId="{12B9B6F3-9EF0-5577-84F8-E536BF396DD7}"/>
          </ac:spMkLst>
        </pc:spChg>
      </pc:sldChg>
      <pc:sldChg chg="addSp delSp modSp add replId">
        <pc:chgData name="Van de Vyvere Brecht" userId="S::brecht.vandevyvere@vlaanderen.be::c748c14e-f036-40e8-878f-c3efabff3178" providerId="AD" clId="Web-{6CC5578C-AA7F-81AA-97AC-4CD4324EF1B6}" dt="2026-06-16T13:31:50.646" v="751" actId="1076"/>
        <pc:sldMkLst>
          <pc:docMk/>
          <pc:sldMk cId="3279695620" sldId="458"/>
        </pc:sldMkLst>
        <pc:spChg chg="mod">
          <ac:chgData name="Van de Vyvere Brecht" userId="S::brecht.vandevyvere@vlaanderen.be::c748c14e-f036-40e8-878f-c3efabff3178" providerId="AD" clId="Web-{6CC5578C-AA7F-81AA-97AC-4CD4324EF1B6}" dt="2026-06-16T13:22:15.578" v="545" actId="20577"/>
          <ac:spMkLst>
            <pc:docMk/>
            <pc:sldMk cId="3279695620" sldId="458"/>
            <ac:spMk id="6" creationId="{AFFC96AA-EA17-3667-E53C-F3C665D2411C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3:30:45.097" v="737" actId="20577"/>
          <ac:spMkLst>
            <pc:docMk/>
            <pc:sldMk cId="3279695620" sldId="458"/>
            <ac:spMk id="10" creationId="{720B37F8-8D06-16F8-F731-C9EB41E4FE60}"/>
          </ac:spMkLst>
        </pc:spChg>
        <pc:picChg chg="add mod">
          <ac:chgData name="Van de Vyvere Brecht" userId="S::brecht.vandevyvere@vlaanderen.be::c748c14e-f036-40e8-878f-c3efabff3178" providerId="AD" clId="Web-{6CC5578C-AA7F-81AA-97AC-4CD4324EF1B6}" dt="2026-06-16T13:22:31.063" v="553" actId="14100"/>
          <ac:picMkLst>
            <pc:docMk/>
            <pc:sldMk cId="3279695620" sldId="458"/>
            <ac:picMk id="3" creationId="{1A720068-BAC5-2676-6BAF-97EE9EA641EB}"/>
          </ac:picMkLst>
        </pc:picChg>
        <pc:picChg chg="add mod">
          <ac:chgData name="Van de Vyvere Brecht" userId="S::brecht.vandevyvere@vlaanderen.be::c748c14e-f036-40e8-878f-c3efabff3178" providerId="AD" clId="Web-{6CC5578C-AA7F-81AA-97AC-4CD4324EF1B6}" dt="2026-06-16T13:31:50.646" v="751" actId="1076"/>
          <ac:picMkLst>
            <pc:docMk/>
            <pc:sldMk cId="3279695620" sldId="458"/>
            <ac:picMk id="4" creationId="{43E3D543-6CD2-8AB9-A55F-BC6686BDFE0A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6CC5578C-AA7F-81AA-97AC-4CD4324EF1B6}" dt="2026-06-16T13:31:27.380" v="749" actId="1076"/>
        <pc:sldMkLst>
          <pc:docMk/>
          <pc:sldMk cId="1482793890" sldId="459"/>
        </pc:sldMkLst>
        <pc:spChg chg="add">
          <ac:chgData name="Van de Vyvere Brecht" userId="S::brecht.vandevyvere@vlaanderen.be::c748c14e-f036-40e8-878f-c3efabff3178" providerId="AD" clId="Web-{6CC5578C-AA7F-81AA-97AC-4CD4324EF1B6}" dt="2026-06-16T13:29:01.406" v="629"/>
          <ac:spMkLst>
            <pc:docMk/>
            <pc:sldMk cId="1482793890" sldId="459"/>
            <ac:spMk id="5" creationId="{D223A52B-F468-3E33-9E86-68F4AFA9D5FE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3:28:53.687" v="628" actId="14100"/>
          <ac:spMkLst>
            <pc:docMk/>
            <pc:sldMk cId="1482793890" sldId="459"/>
            <ac:spMk id="6" creationId="{9ED05493-AB7A-DC07-37C5-6C14266BC563}"/>
          </ac:spMkLst>
        </pc:spChg>
        <pc:spChg chg="add mod">
          <ac:chgData name="Van de Vyvere Brecht" userId="S::brecht.vandevyvere@vlaanderen.be::c748c14e-f036-40e8-878f-c3efabff3178" providerId="AD" clId="Web-{6CC5578C-AA7F-81AA-97AC-4CD4324EF1B6}" dt="2026-06-16T13:29:44.860" v="690" actId="1076"/>
          <ac:spMkLst>
            <pc:docMk/>
            <pc:sldMk cId="1482793890" sldId="459"/>
            <ac:spMk id="8" creationId="{4CB3DF3A-153C-595D-8909-3B11EBF8F4C1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3:31:11.645" v="747" actId="20577"/>
          <ac:spMkLst>
            <pc:docMk/>
            <pc:sldMk cId="1482793890" sldId="459"/>
            <ac:spMk id="10" creationId="{6A26BC70-B5B1-5EBF-B25C-A7EE550F712C}"/>
          </ac:spMkLst>
        </pc:spChg>
        <pc:picChg chg="add mod">
          <ac:chgData name="Van de Vyvere Brecht" userId="S::brecht.vandevyvere@vlaanderen.be::c748c14e-f036-40e8-878f-c3efabff3178" providerId="AD" clId="Web-{6CC5578C-AA7F-81AA-97AC-4CD4324EF1B6}" dt="2026-06-16T13:31:27.380" v="749" actId="1076"/>
          <ac:picMkLst>
            <pc:docMk/>
            <pc:sldMk cId="1482793890" sldId="459"/>
            <ac:picMk id="9" creationId="{B4373853-F7C5-3A11-BC28-DC163371BDC7}"/>
          </ac:picMkLst>
        </pc:picChg>
      </pc:sldChg>
      <pc:sldChg chg="modSp add replId">
        <pc:chgData name="Van de Vyvere Brecht" userId="S::brecht.vandevyvere@vlaanderen.be::c748c14e-f036-40e8-878f-c3efabff3178" providerId="AD" clId="Web-{6CC5578C-AA7F-81AA-97AC-4CD4324EF1B6}" dt="2026-06-16T13:32:24.288" v="773" actId="20577"/>
        <pc:sldMkLst>
          <pc:docMk/>
          <pc:sldMk cId="111605323" sldId="460"/>
        </pc:sldMkLst>
        <pc:spChg chg="mod">
          <ac:chgData name="Van de Vyvere Brecht" userId="S::brecht.vandevyvere@vlaanderen.be::c748c14e-f036-40e8-878f-c3efabff3178" providerId="AD" clId="Web-{6CC5578C-AA7F-81AA-97AC-4CD4324EF1B6}" dt="2026-06-16T13:32:08.663" v="756" actId="20577"/>
          <ac:spMkLst>
            <pc:docMk/>
            <pc:sldMk cId="111605323" sldId="460"/>
            <ac:spMk id="6" creationId="{AA48C9FF-6D0B-38C8-E582-71237FF8918D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3:32:24.288" v="773" actId="20577"/>
          <ac:spMkLst>
            <pc:docMk/>
            <pc:sldMk cId="111605323" sldId="460"/>
            <ac:spMk id="8" creationId="{5E1D7AAB-6D09-FFA0-3EA4-4BA9DA7D41D4}"/>
          </ac:spMkLst>
        </pc:spChg>
      </pc:sldChg>
      <pc:sldChg chg="addSp delSp modSp add replId">
        <pc:chgData name="Van de Vyvere Brecht" userId="S::brecht.vandevyvere@vlaanderen.be::c748c14e-f036-40e8-878f-c3efabff3178" providerId="AD" clId="Web-{6CC5578C-AA7F-81AA-97AC-4CD4324EF1B6}" dt="2026-06-16T13:42:52.297" v="850" actId="20577"/>
        <pc:sldMkLst>
          <pc:docMk/>
          <pc:sldMk cId="4156993383" sldId="461"/>
        </pc:sldMkLst>
        <pc:spChg chg="mod">
          <ac:chgData name="Van de Vyvere Brecht" userId="S::brecht.vandevyvere@vlaanderen.be::c748c14e-f036-40e8-878f-c3efabff3178" providerId="AD" clId="Web-{6CC5578C-AA7F-81AA-97AC-4CD4324EF1B6}" dt="2026-06-16T13:32:43.336" v="778" actId="20577"/>
          <ac:spMkLst>
            <pc:docMk/>
            <pc:sldMk cId="4156993383" sldId="461"/>
            <ac:spMk id="6" creationId="{D99EEA79-7CEF-ED0B-424D-F70D64ED9A82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3:38:43.131" v="795" actId="20577"/>
          <ac:spMkLst>
            <pc:docMk/>
            <pc:sldMk cId="4156993383" sldId="461"/>
            <ac:spMk id="8" creationId="{94D863DE-5032-284C-9592-6D9A31370759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3:42:52.297" v="850" actId="20577"/>
          <ac:spMkLst>
            <pc:docMk/>
            <pc:sldMk cId="4156993383" sldId="461"/>
            <ac:spMk id="10" creationId="{C8075EC3-FF51-EAEC-DDBE-891C599031D6}"/>
          </ac:spMkLst>
        </pc:spChg>
      </pc:sldChg>
      <pc:sldChg chg="addSp delSp modSp add replId">
        <pc:chgData name="Van de Vyvere Brecht" userId="S::brecht.vandevyvere@vlaanderen.be::c748c14e-f036-40e8-878f-c3efabff3178" providerId="AD" clId="Web-{6CC5578C-AA7F-81AA-97AC-4CD4324EF1B6}" dt="2026-06-16T13:47:53.417" v="891" actId="1076"/>
        <pc:sldMkLst>
          <pc:docMk/>
          <pc:sldMk cId="266411990" sldId="462"/>
        </pc:sldMkLst>
        <pc:spChg chg="mod">
          <ac:chgData name="Van de Vyvere Brecht" userId="S::brecht.vandevyvere@vlaanderen.be::c748c14e-f036-40e8-878f-c3efabff3178" providerId="AD" clId="Web-{6CC5578C-AA7F-81AA-97AC-4CD4324EF1B6}" dt="2026-06-16T13:45:35.084" v="858" actId="20577"/>
          <ac:spMkLst>
            <pc:docMk/>
            <pc:sldMk cId="266411990" sldId="462"/>
            <ac:spMk id="6" creationId="{22A17EA8-44F7-5E7E-A86E-A2ED15456358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3:46:09.820" v="868" actId="1076"/>
          <ac:spMkLst>
            <pc:docMk/>
            <pc:sldMk cId="266411990" sldId="462"/>
            <ac:spMk id="8" creationId="{84EA3BD6-2855-3CAB-1FD9-0E75C6412E37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3:47:46.558" v="888" actId="1076"/>
          <ac:spMkLst>
            <pc:docMk/>
            <pc:sldMk cId="266411990" sldId="462"/>
            <ac:spMk id="10" creationId="{8B322E98-1BFA-D157-CD55-D07C3BF23F5C}"/>
          </ac:spMkLst>
        </pc:spChg>
        <pc:picChg chg="add mod">
          <ac:chgData name="Van de Vyvere Brecht" userId="S::brecht.vandevyvere@vlaanderen.be::c748c14e-f036-40e8-878f-c3efabff3178" providerId="AD" clId="Web-{6CC5578C-AA7F-81AA-97AC-4CD4324EF1B6}" dt="2026-06-16T13:47:49.433" v="889" actId="1076"/>
          <ac:picMkLst>
            <pc:docMk/>
            <pc:sldMk cId="266411990" sldId="462"/>
            <ac:picMk id="4" creationId="{C6EBD471-AAFA-1E9B-6F9A-0CBFE711E79D}"/>
          </ac:picMkLst>
        </pc:picChg>
        <pc:picChg chg="add mod">
          <ac:chgData name="Van de Vyvere Brecht" userId="S::brecht.vandevyvere@vlaanderen.be::c748c14e-f036-40e8-878f-c3efabff3178" providerId="AD" clId="Web-{6CC5578C-AA7F-81AA-97AC-4CD4324EF1B6}" dt="2026-06-16T13:47:53.417" v="891" actId="1076"/>
          <ac:picMkLst>
            <pc:docMk/>
            <pc:sldMk cId="266411990" sldId="462"/>
            <ac:picMk id="12" creationId="{C53DBA68-C877-27D8-8B6F-237BC883EF82}"/>
          </ac:picMkLst>
        </pc:picChg>
      </pc:sldChg>
      <pc:sldChg chg="addSp modSp add ord replId">
        <pc:chgData name="Van de Vyvere Brecht" userId="S::brecht.vandevyvere@vlaanderen.be::c748c14e-f036-40e8-878f-c3efabff3178" providerId="AD" clId="Web-{6CC5578C-AA7F-81AA-97AC-4CD4324EF1B6}" dt="2026-06-16T13:51:02.753" v="988" actId="20577"/>
        <pc:sldMkLst>
          <pc:docMk/>
          <pc:sldMk cId="2818315876" sldId="464"/>
        </pc:sldMkLst>
        <pc:spChg chg="mod">
          <ac:chgData name="Van de Vyvere Brecht" userId="S::brecht.vandevyvere@vlaanderen.be::c748c14e-f036-40e8-878f-c3efabff3178" providerId="AD" clId="Web-{6CC5578C-AA7F-81AA-97AC-4CD4324EF1B6}" dt="2026-06-16T13:48:59.436" v="914" actId="20577"/>
          <ac:spMkLst>
            <pc:docMk/>
            <pc:sldMk cId="2818315876" sldId="464"/>
            <ac:spMk id="6" creationId="{06F315B6-1F2A-D68A-7ECA-1610AE57023D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3:49:30.281" v="928" actId="1076"/>
          <ac:spMkLst>
            <pc:docMk/>
            <pc:sldMk cId="2818315876" sldId="464"/>
            <ac:spMk id="8" creationId="{DAF16D04-DD84-23AB-7ED2-596FB2197CE0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3:51:02.753" v="988" actId="20577"/>
          <ac:spMkLst>
            <pc:docMk/>
            <pc:sldMk cId="2818315876" sldId="464"/>
            <ac:spMk id="10" creationId="{E84AB86B-2185-17A4-8F48-69C0AEFC9FC0}"/>
          </ac:spMkLst>
        </pc:spChg>
        <pc:picChg chg="add mod">
          <ac:chgData name="Van de Vyvere Brecht" userId="S::brecht.vandevyvere@vlaanderen.be::c748c14e-f036-40e8-878f-c3efabff3178" providerId="AD" clId="Web-{6CC5578C-AA7F-81AA-97AC-4CD4324EF1B6}" dt="2026-06-16T13:50:59.159" v="984" actId="1076"/>
          <ac:picMkLst>
            <pc:docMk/>
            <pc:sldMk cId="2818315876" sldId="464"/>
            <ac:picMk id="3" creationId="{AED78EA6-4479-9E08-9BFD-651C353DC364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6CC5578C-AA7F-81AA-97AC-4CD4324EF1B6}" dt="2026-06-16T13:57:23.595" v="1002" actId="1076"/>
        <pc:sldMkLst>
          <pc:docMk/>
          <pc:sldMk cId="2976433134" sldId="465"/>
        </pc:sldMkLst>
        <pc:spChg chg="mod">
          <ac:chgData name="Van de Vyvere Brecht" userId="S::brecht.vandevyvere@vlaanderen.be::c748c14e-f036-40e8-878f-c3efabff3178" providerId="AD" clId="Web-{6CC5578C-AA7F-81AA-97AC-4CD4324EF1B6}" dt="2026-06-16T13:56:10.655" v="993" actId="20577"/>
          <ac:spMkLst>
            <pc:docMk/>
            <pc:sldMk cId="2976433134" sldId="465"/>
            <ac:spMk id="6" creationId="{775D1F8A-1D2D-870C-F990-39F32538ADED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3:56:21.577" v="994" actId="20577"/>
          <ac:spMkLst>
            <pc:docMk/>
            <pc:sldMk cId="2976433134" sldId="465"/>
            <ac:spMk id="8" creationId="{55C8AFFB-45AB-D39C-9E70-6202A3D88D96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3:56:36.297" v="995" actId="20577"/>
          <ac:spMkLst>
            <pc:docMk/>
            <pc:sldMk cId="2976433134" sldId="465"/>
            <ac:spMk id="10" creationId="{520E923C-A4DD-8A66-E614-2D3EDD329FDA}"/>
          </ac:spMkLst>
        </pc:spChg>
        <pc:picChg chg="add mod modCrop">
          <ac:chgData name="Van de Vyvere Brecht" userId="S::brecht.vandevyvere@vlaanderen.be::c748c14e-f036-40e8-878f-c3efabff3178" providerId="AD" clId="Web-{6CC5578C-AA7F-81AA-97AC-4CD4324EF1B6}" dt="2026-06-16T13:57:23.595" v="1002" actId="1076"/>
          <ac:picMkLst>
            <pc:docMk/>
            <pc:sldMk cId="2976433134" sldId="465"/>
            <ac:picMk id="4" creationId="{3360C737-178C-3DAC-BC1C-C572EE2EEAEB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6CC5578C-AA7F-81AA-97AC-4CD4324EF1B6}" dt="2026-06-16T14:05:19.410" v="1023" actId="1076"/>
        <pc:sldMkLst>
          <pc:docMk/>
          <pc:sldMk cId="107897785" sldId="466"/>
        </pc:sldMkLst>
        <pc:spChg chg="mod">
          <ac:chgData name="Van de Vyvere Brecht" userId="S::brecht.vandevyvere@vlaanderen.be::c748c14e-f036-40e8-878f-c3efabff3178" providerId="AD" clId="Web-{6CC5578C-AA7F-81AA-97AC-4CD4324EF1B6}" dt="2026-06-16T14:03:44.719" v="1007" actId="20577"/>
          <ac:spMkLst>
            <pc:docMk/>
            <pc:sldMk cId="107897785" sldId="466"/>
            <ac:spMk id="6" creationId="{5504E93F-0C70-A34B-660D-A136FA22F3A0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4:04:04.751" v="1012" actId="20577"/>
          <ac:spMkLst>
            <pc:docMk/>
            <pc:sldMk cId="107897785" sldId="466"/>
            <ac:spMk id="8" creationId="{2651B834-263E-21F4-9F64-0CB23E2CBD20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4:04:14.377" v="1016" actId="20577"/>
          <ac:spMkLst>
            <pc:docMk/>
            <pc:sldMk cId="107897785" sldId="466"/>
            <ac:spMk id="10" creationId="{06B5397C-D5A4-4E52-858D-97B363AAEB1D}"/>
          </ac:spMkLst>
        </pc:spChg>
        <pc:picChg chg="add mod">
          <ac:chgData name="Van de Vyvere Brecht" userId="S::brecht.vandevyvere@vlaanderen.be::c748c14e-f036-40e8-878f-c3efabff3178" providerId="AD" clId="Web-{6CC5578C-AA7F-81AA-97AC-4CD4324EF1B6}" dt="2026-06-16T14:05:19.410" v="1023" actId="1076"/>
          <ac:picMkLst>
            <pc:docMk/>
            <pc:sldMk cId="107897785" sldId="466"/>
            <ac:picMk id="7" creationId="{BA755565-E1B5-BA8C-AE1D-B86171A4706A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6CC5578C-AA7F-81AA-97AC-4CD4324EF1B6}" dt="2026-06-16T14:06:48.773" v="1044" actId="1076"/>
        <pc:sldMkLst>
          <pc:docMk/>
          <pc:sldMk cId="3794214241" sldId="467"/>
        </pc:sldMkLst>
        <pc:spChg chg="mod">
          <ac:chgData name="Van de Vyvere Brecht" userId="S::brecht.vandevyvere@vlaanderen.be::c748c14e-f036-40e8-878f-c3efabff3178" providerId="AD" clId="Web-{6CC5578C-AA7F-81AA-97AC-4CD4324EF1B6}" dt="2026-06-16T14:05:52.615" v="1031" actId="20577"/>
          <ac:spMkLst>
            <pc:docMk/>
            <pc:sldMk cId="3794214241" sldId="467"/>
            <ac:spMk id="6" creationId="{F9435B1A-C704-F6C2-E20B-D25CA0C687E3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4:06:02.631" v="1036" actId="20577"/>
          <ac:spMkLst>
            <pc:docMk/>
            <pc:sldMk cId="3794214241" sldId="467"/>
            <ac:spMk id="8" creationId="{FE1E1753-12B9-6C5C-B463-2A191518FCF8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4:06:46.101" v="1043" actId="20577"/>
          <ac:spMkLst>
            <pc:docMk/>
            <pc:sldMk cId="3794214241" sldId="467"/>
            <ac:spMk id="10" creationId="{FD2A55B1-AA4A-89B6-CEA7-364B682FC97F}"/>
          </ac:spMkLst>
        </pc:spChg>
        <pc:picChg chg="add mod">
          <ac:chgData name="Van de Vyvere Brecht" userId="S::brecht.vandevyvere@vlaanderen.be::c748c14e-f036-40e8-878f-c3efabff3178" providerId="AD" clId="Web-{6CC5578C-AA7F-81AA-97AC-4CD4324EF1B6}" dt="2026-06-16T14:06:48.773" v="1044" actId="1076"/>
          <ac:picMkLst>
            <pc:docMk/>
            <pc:sldMk cId="3794214241" sldId="467"/>
            <ac:picMk id="3" creationId="{8D7F555D-EE91-AF39-768F-18DD250A7CC2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6CC5578C-AA7F-81AA-97AC-4CD4324EF1B6}" dt="2026-06-16T14:17:12.344" v="1108" actId="20577"/>
        <pc:sldMkLst>
          <pc:docMk/>
          <pc:sldMk cId="2133795908" sldId="468"/>
        </pc:sldMkLst>
        <pc:spChg chg="mod">
          <ac:chgData name="Van de Vyvere Brecht" userId="S::brecht.vandevyvere@vlaanderen.be::c748c14e-f036-40e8-878f-c3efabff3178" providerId="AD" clId="Web-{6CC5578C-AA7F-81AA-97AC-4CD4324EF1B6}" dt="2026-06-16T14:07:14.290" v="1052" actId="20577"/>
          <ac:spMkLst>
            <pc:docMk/>
            <pc:sldMk cId="2133795908" sldId="468"/>
            <ac:spMk id="6" creationId="{E9E7F578-6AC2-EDC7-5DFD-20DAC28DC44F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4:07:39.900" v="1059" actId="20577"/>
          <ac:spMkLst>
            <pc:docMk/>
            <pc:sldMk cId="2133795908" sldId="468"/>
            <ac:spMk id="8" creationId="{E8954715-AD20-2499-C590-D6C59F387B7E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4:17:12.344" v="1108" actId="20577"/>
          <ac:spMkLst>
            <pc:docMk/>
            <pc:sldMk cId="2133795908" sldId="468"/>
            <ac:spMk id="10" creationId="{6318350C-B12A-282F-A5A2-4475C34460FE}"/>
          </ac:spMkLst>
        </pc:spChg>
        <pc:picChg chg="add mod">
          <ac:chgData name="Van de Vyvere Brecht" userId="S::brecht.vandevyvere@vlaanderen.be::c748c14e-f036-40e8-878f-c3efabff3178" providerId="AD" clId="Web-{6CC5578C-AA7F-81AA-97AC-4CD4324EF1B6}" dt="2026-06-16T14:08:24.058" v="1069" actId="1076"/>
          <ac:picMkLst>
            <pc:docMk/>
            <pc:sldMk cId="2133795908" sldId="468"/>
            <ac:picMk id="4" creationId="{8192AC26-ABC9-3D6C-7639-CDCC31F9BF5A}"/>
          </ac:picMkLst>
        </pc:picChg>
        <pc:picChg chg="mod">
          <ac:chgData name="Van de Vyvere Brecht" userId="S::brecht.vandevyvere@vlaanderen.be::c748c14e-f036-40e8-878f-c3efabff3178" providerId="AD" clId="Web-{6CC5578C-AA7F-81AA-97AC-4CD4324EF1B6}" dt="2026-06-16T14:08:48.434" v="1076" actId="1076"/>
          <ac:picMkLst>
            <pc:docMk/>
            <pc:sldMk cId="2133795908" sldId="468"/>
            <ac:picMk id="9" creationId="{45CE7C61-F86E-8B3D-6F97-DDBFEC1183E4}"/>
          </ac:picMkLst>
        </pc:picChg>
        <pc:picChg chg="add mod">
          <ac:chgData name="Van de Vyvere Brecht" userId="S::brecht.vandevyvere@vlaanderen.be::c748c14e-f036-40e8-878f-c3efabff3178" providerId="AD" clId="Web-{6CC5578C-AA7F-81AA-97AC-4CD4324EF1B6}" dt="2026-06-16T14:08:43.043" v="1074" actId="1076"/>
          <ac:picMkLst>
            <pc:docMk/>
            <pc:sldMk cId="2133795908" sldId="468"/>
            <ac:picMk id="11" creationId="{171EAF77-1563-4F16-2A70-E26100B0A96C}"/>
          </ac:picMkLst>
        </pc:picChg>
        <pc:picChg chg="add mod">
          <ac:chgData name="Van de Vyvere Brecht" userId="S::brecht.vandevyvere@vlaanderen.be::c748c14e-f036-40e8-878f-c3efabff3178" providerId="AD" clId="Web-{6CC5578C-AA7F-81AA-97AC-4CD4324EF1B6}" dt="2026-06-16T14:16:47.702" v="1089" actId="1076"/>
          <ac:picMkLst>
            <pc:docMk/>
            <pc:sldMk cId="2133795908" sldId="468"/>
            <ac:picMk id="14" creationId="{A7A81BD2-866F-4810-C989-A2AEB4B87AE2}"/>
          </ac:picMkLst>
        </pc:picChg>
        <pc:picChg chg="add mod">
          <ac:chgData name="Van de Vyvere Brecht" userId="S::brecht.vandevyvere@vlaanderen.be::c748c14e-f036-40e8-878f-c3efabff3178" providerId="AD" clId="Web-{6CC5578C-AA7F-81AA-97AC-4CD4324EF1B6}" dt="2026-06-16T14:16:49.499" v="1090" actId="1076"/>
          <ac:picMkLst>
            <pc:docMk/>
            <pc:sldMk cId="2133795908" sldId="468"/>
            <ac:picMk id="15" creationId="{B0B91ED1-5830-C7A7-F766-23CC6A3F6907}"/>
          </ac:picMkLst>
        </pc:picChg>
        <pc:picChg chg="add mod">
          <ac:chgData name="Van de Vyvere Brecht" userId="S::brecht.vandevyvere@vlaanderen.be::c748c14e-f036-40e8-878f-c3efabff3178" providerId="AD" clId="Web-{6CC5578C-AA7F-81AA-97AC-4CD4324EF1B6}" dt="2026-06-16T14:16:52.624" v="1092" actId="1076"/>
          <ac:picMkLst>
            <pc:docMk/>
            <pc:sldMk cId="2133795908" sldId="468"/>
            <ac:picMk id="16" creationId="{CE526F65-CAF5-AB65-78D2-9A69C7B9201F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6CC5578C-AA7F-81AA-97AC-4CD4324EF1B6}" dt="2026-06-16T14:30:26.749" v="1154" actId="1076"/>
        <pc:sldMkLst>
          <pc:docMk/>
          <pc:sldMk cId="1526279647" sldId="469"/>
        </pc:sldMkLst>
        <pc:spChg chg="mod">
          <ac:chgData name="Van de Vyvere Brecht" userId="S::brecht.vandevyvere@vlaanderen.be::c748c14e-f036-40e8-878f-c3efabff3178" providerId="AD" clId="Web-{6CC5578C-AA7F-81AA-97AC-4CD4324EF1B6}" dt="2026-06-16T14:17:57.330" v="1116" actId="20577"/>
          <ac:spMkLst>
            <pc:docMk/>
            <pc:sldMk cId="1526279647" sldId="469"/>
            <ac:spMk id="6" creationId="{07FC1DBF-6F6A-D946-BDB3-BA80E44E31AF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4:28:25.869" v="1123" actId="20577"/>
          <ac:spMkLst>
            <pc:docMk/>
            <pc:sldMk cId="1526279647" sldId="469"/>
            <ac:spMk id="8" creationId="{7396F29B-F8F1-AE33-583A-B922A796AC27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4:30:24.405" v="1152" actId="20577"/>
          <ac:spMkLst>
            <pc:docMk/>
            <pc:sldMk cId="1526279647" sldId="469"/>
            <ac:spMk id="10" creationId="{5A74720C-7C62-91B3-DE70-A51A61A5558C}"/>
          </ac:spMkLst>
        </pc:spChg>
        <pc:picChg chg="add mod">
          <ac:chgData name="Van de Vyvere Brecht" userId="S::brecht.vandevyvere@vlaanderen.be::c748c14e-f036-40e8-878f-c3efabff3178" providerId="AD" clId="Web-{6CC5578C-AA7F-81AA-97AC-4CD4324EF1B6}" dt="2026-06-16T14:30:26.749" v="1154" actId="1076"/>
          <ac:picMkLst>
            <pc:docMk/>
            <pc:sldMk cId="1526279647" sldId="469"/>
            <ac:picMk id="3" creationId="{1CC4BC63-B178-12AF-C652-FA06FA35E481}"/>
          </ac:picMkLst>
        </pc:picChg>
        <pc:picChg chg="mod">
          <ac:chgData name="Van de Vyvere Brecht" userId="S::brecht.vandevyvere@vlaanderen.be::c748c14e-f036-40e8-878f-c3efabff3178" providerId="AD" clId="Web-{6CC5578C-AA7F-81AA-97AC-4CD4324EF1B6}" dt="2026-06-16T14:30:12.217" v="1150" actId="1076"/>
          <ac:picMkLst>
            <pc:docMk/>
            <pc:sldMk cId="1526279647" sldId="469"/>
            <ac:picMk id="9" creationId="{3B92F166-2040-6167-A49F-79B3F7B21F72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6CC5578C-AA7F-81AA-97AC-4CD4324EF1B6}" dt="2026-06-16T14:32:56.536" v="1174" actId="1076"/>
        <pc:sldMkLst>
          <pc:docMk/>
          <pc:sldMk cId="3179502025" sldId="470"/>
        </pc:sldMkLst>
        <pc:spChg chg="mod">
          <ac:chgData name="Van de Vyvere Brecht" userId="S::brecht.vandevyvere@vlaanderen.be::c748c14e-f036-40e8-878f-c3efabff3178" providerId="AD" clId="Web-{6CC5578C-AA7F-81AA-97AC-4CD4324EF1B6}" dt="2026-06-16T14:31:28.876" v="1169" actId="20577"/>
          <ac:spMkLst>
            <pc:docMk/>
            <pc:sldMk cId="3179502025" sldId="470"/>
            <ac:spMk id="6" creationId="{3C4D1246-CA7E-8CA7-8756-9480DE5E0FFD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4:31:13.657" v="1157" actId="20577"/>
          <ac:spMkLst>
            <pc:docMk/>
            <pc:sldMk cId="3179502025" sldId="470"/>
            <ac:spMk id="10" creationId="{E34504A1-03CC-D035-C50F-6DC7C6D8E6E4}"/>
          </ac:spMkLst>
        </pc:spChg>
        <pc:picChg chg="add mod">
          <ac:chgData name="Van de Vyvere Brecht" userId="S::brecht.vandevyvere@vlaanderen.be::c748c14e-f036-40e8-878f-c3efabff3178" providerId="AD" clId="Web-{6CC5578C-AA7F-81AA-97AC-4CD4324EF1B6}" dt="2026-06-16T14:32:56.536" v="1174" actId="1076"/>
          <ac:picMkLst>
            <pc:docMk/>
            <pc:sldMk cId="3179502025" sldId="470"/>
            <ac:picMk id="4" creationId="{4390B558-1511-BFA4-9956-DFDDEDDB1D7B}"/>
          </ac:picMkLst>
        </pc:picChg>
      </pc:sldChg>
      <pc:sldChg chg="delSp modSp add replId">
        <pc:chgData name="Van de Vyvere Brecht" userId="S::brecht.vandevyvere@vlaanderen.be::c748c14e-f036-40e8-878f-c3efabff3178" providerId="AD" clId="Web-{6CC5578C-AA7F-81AA-97AC-4CD4324EF1B6}" dt="2026-06-16T14:39:31.051" v="1222" actId="20577"/>
        <pc:sldMkLst>
          <pc:docMk/>
          <pc:sldMk cId="670326143" sldId="471"/>
        </pc:sldMkLst>
        <pc:spChg chg="mod">
          <ac:chgData name="Van de Vyvere Brecht" userId="S::brecht.vandevyvere@vlaanderen.be::c748c14e-f036-40e8-878f-c3efabff3178" providerId="AD" clId="Web-{6CC5578C-AA7F-81AA-97AC-4CD4324EF1B6}" dt="2026-06-16T14:39:31.051" v="1222" actId="20577"/>
          <ac:spMkLst>
            <pc:docMk/>
            <pc:sldMk cId="670326143" sldId="471"/>
            <ac:spMk id="6" creationId="{9D97B755-EF7C-C5BE-C13A-D6E5BEF818F3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4:37:45.922" v="1194" actId="20577"/>
          <ac:spMkLst>
            <pc:docMk/>
            <pc:sldMk cId="670326143" sldId="471"/>
            <ac:spMk id="10" creationId="{67DE9706-588C-8149-A616-ECA5D97B43C1}"/>
          </ac:spMkLst>
        </pc:spChg>
      </pc:sldChg>
      <pc:sldChg chg="modSp add replId">
        <pc:chgData name="Van de Vyvere Brecht" userId="S::brecht.vandevyvere@vlaanderen.be::c748c14e-f036-40e8-878f-c3efabff3178" providerId="AD" clId="Web-{6CC5578C-AA7F-81AA-97AC-4CD4324EF1B6}" dt="2026-06-16T14:42:06.151" v="1223" actId="20577"/>
        <pc:sldMkLst>
          <pc:docMk/>
          <pc:sldMk cId="72845167" sldId="472"/>
        </pc:sldMkLst>
        <pc:spChg chg="mod">
          <ac:chgData name="Van de Vyvere Brecht" userId="S::brecht.vandevyvere@vlaanderen.be::c748c14e-f036-40e8-878f-c3efabff3178" providerId="AD" clId="Web-{6CC5578C-AA7F-81AA-97AC-4CD4324EF1B6}" dt="2026-06-16T14:39:09.206" v="1221" actId="20577"/>
          <ac:spMkLst>
            <pc:docMk/>
            <pc:sldMk cId="72845167" sldId="472"/>
            <ac:spMk id="6" creationId="{F8BB0D38-4C5D-B351-6CB5-70E8AA4E82DF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4:42:06.151" v="1223" actId="20577"/>
          <ac:spMkLst>
            <pc:docMk/>
            <pc:sldMk cId="72845167" sldId="472"/>
            <ac:spMk id="10" creationId="{11F3D00C-E319-CCAA-2E8E-DBF607C65079}"/>
          </ac:spMkLst>
        </pc:spChg>
      </pc:sldChg>
      <pc:sldChg chg="addSp delSp modSp add replId">
        <pc:chgData name="Van de Vyvere Brecht" userId="S::brecht.vandevyvere@vlaanderen.be::c748c14e-f036-40e8-878f-c3efabff3178" providerId="AD" clId="Web-{6CC5578C-AA7F-81AA-97AC-4CD4324EF1B6}" dt="2026-06-16T14:45:00.845" v="1298" actId="1076"/>
        <pc:sldMkLst>
          <pc:docMk/>
          <pc:sldMk cId="616001794" sldId="473"/>
        </pc:sldMkLst>
        <pc:spChg chg="mod">
          <ac:chgData name="Van de Vyvere Brecht" userId="S::brecht.vandevyvere@vlaanderen.be::c748c14e-f036-40e8-878f-c3efabff3178" providerId="AD" clId="Web-{6CC5578C-AA7F-81AA-97AC-4CD4324EF1B6}" dt="2026-06-16T14:42:38.230" v="1240" actId="20577"/>
          <ac:spMkLst>
            <pc:docMk/>
            <pc:sldMk cId="616001794" sldId="473"/>
            <ac:spMk id="6" creationId="{B531ED9E-C2A2-ED90-680A-A98957A38B23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4:44:45.094" v="1296"/>
          <ac:spMkLst>
            <pc:docMk/>
            <pc:sldMk cId="616001794" sldId="473"/>
            <ac:spMk id="10" creationId="{C8C00C1A-3B5B-ED21-21A1-A635A2314EA8}"/>
          </ac:spMkLst>
        </pc:spChg>
        <pc:picChg chg="add mod">
          <ac:chgData name="Van de Vyvere Brecht" userId="S::brecht.vandevyvere@vlaanderen.be::c748c14e-f036-40e8-878f-c3efabff3178" providerId="AD" clId="Web-{6CC5578C-AA7F-81AA-97AC-4CD4324EF1B6}" dt="2026-06-16T14:43:32.513" v="1247" actId="1076"/>
          <ac:picMkLst>
            <pc:docMk/>
            <pc:sldMk cId="616001794" sldId="473"/>
            <ac:picMk id="3" creationId="{730F2088-E582-7E8B-E985-581F0C14A664}"/>
          </ac:picMkLst>
        </pc:picChg>
        <pc:picChg chg="add mod">
          <ac:chgData name="Van de Vyvere Brecht" userId="S::brecht.vandevyvere@vlaanderen.be::c748c14e-f036-40e8-878f-c3efabff3178" providerId="AD" clId="Web-{6CC5578C-AA7F-81AA-97AC-4CD4324EF1B6}" dt="2026-06-16T14:44:02.999" v="1251" actId="1076"/>
          <ac:picMkLst>
            <pc:docMk/>
            <pc:sldMk cId="616001794" sldId="473"/>
            <ac:picMk id="4" creationId="{8095CE04-5E5A-213E-29BD-2DC525C261F7}"/>
          </ac:picMkLst>
        </pc:picChg>
        <pc:picChg chg="add mod">
          <ac:chgData name="Van de Vyvere Brecht" userId="S::brecht.vandevyvere@vlaanderen.be::c748c14e-f036-40e8-878f-c3efabff3178" providerId="AD" clId="Web-{6CC5578C-AA7F-81AA-97AC-4CD4324EF1B6}" dt="2026-06-16T14:45:00.845" v="1298" actId="1076"/>
          <ac:picMkLst>
            <pc:docMk/>
            <pc:sldMk cId="616001794" sldId="473"/>
            <ac:picMk id="8" creationId="{ED1F7A5B-176E-82A5-29FF-8A41452B8B69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6CC5578C-AA7F-81AA-97AC-4CD4324EF1B6}" dt="2026-06-16T14:57:01.997" v="1393" actId="1076"/>
        <pc:sldMkLst>
          <pc:docMk/>
          <pc:sldMk cId="2126019829" sldId="474"/>
        </pc:sldMkLst>
        <pc:spChg chg="mod">
          <ac:chgData name="Van de Vyvere Brecht" userId="S::brecht.vandevyvere@vlaanderen.be::c748c14e-f036-40e8-878f-c3efabff3178" providerId="AD" clId="Web-{6CC5578C-AA7F-81AA-97AC-4CD4324EF1B6}" dt="2026-06-16T14:56:26.762" v="1350" actId="20577"/>
          <ac:spMkLst>
            <pc:docMk/>
            <pc:sldMk cId="2126019829" sldId="474"/>
            <ac:spMk id="6" creationId="{99299CF3-FAD3-A986-EBB4-38D4E7D0A81F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4:57:01.997" v="1393" actId="1076"/>
          <ac:spMkLst>
            <pc:docMk/>
            <pc:sldMk cId="2126019829" sldId="474"/>
            <ac:spMk id="10" creationId="{96195357-E184-0897-88FD-77461E88133F}"/>
          </ac:spMkLst>
        </pc:spChg>
        <pc:spChg chg="add mod">
          <ac:chgData name="Van de Vyvere Brecht" userId="S::brecht.vandevyvere@vlaanderen.be::c748c14e-f036-40e8-878f-c3efabff3178" providerId="AD" clId="Web-{6CC5578C-AA7F-81AA-97AC-4CD4324EF1B6}" dt="2026-06-16T14:56:56.372" v="1392" actId="20577"/>
          <ac:spMkLst>
            <pc:docMk/>
            <pc:sldMk cId="2126019829" sldId="474"/>
            <ac:spMk id="13" creationId="{C79BBA0B-76D7-AED0-7806-7473BB5AE24E}"/>
          </ac:spMkLst>
        </pc:spChg>
        <pc:picChg chg="add">
          <ac:chgData name="Van de Vyvere Brecht" userId="S::brecht.vandevyvere@vlaanderen.be::c748c14e-f036-40e8-878f-c3efabff3178" providerId="AD" clId="Web-{6CC5578C-AA7F-81AA-97AC-4CD4324EF1B6}" dt="2026-06-16T14:47:56.195" v="1327"/>
          <ac:picMkLst>
            <pc:docMk/>
            <pc:sldMk cId="2126019829" sldId="474"/>
            <ac:picMk id="12" creationId="{96823DA8-B6EC-B535-7DBE-F4CE2FE08F27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6CC5578C-AA7F-81AA-97AC-4CD4324EF1B6}" dt="2026-06-16T14:57:14.013" v="1395" actId="14100"/>
        <pc:sldMkLst>
          <pc:docMk/>
          <pc:sldMk cId="3542620291" sldId="475"/>
        </pc:sldMkLst>
        <pc:spChg chg="mod">
          <ac:chgData name="Van de Vyvere Brecht" userId="S::brecht.vandevyvere@vlaanderen.be::c748c14e-f036-40e8-878f-c3efabff3178" providerId="AD" clId="Web-{6CC5578C-AA7F-81AA-97AC-4CD4324EF1B6}" dt="2026-06-16T14:48:10.602" v="1330" actId="20577"/>
          <ac:spMkLst>
            <pc:docMk/>
            <pc:sldMk cId="3542620291" sldId="475"/>
            <ac:spMk id="6" creationId="{8CF22BEC-333D-B4B2-1CC1-8C4A1491BA7D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4:57:07.919" v="1394" actId="20577"/>
          <ac:spMkLst>
            <pc:docMk/>
            <pc:sldMk cId="3542620291" sldId="475"/>
            <ac:spMk id="10" creationId="{0CD48007-8D5C-9AAC-6422-88C4C3492E42}"/>
          </ac:spMkLst>
        </pc:spChg>
        <pc:picChg chg="add mod">
          <ac:chgData name="Van de Vyvere Brecht" userId="S::brecht.vandevyvere@vlaanderen.be::c748c14e-f036-40e8-878f-c3efabff3178" providerId="AD" clId="Web-{6CC5578C-AA7F-81AA-97AC-4CD4324EF1B6}" dt="2026-06-16T14:48:35.540" v="1336" actId="1076"/>
          <ac:picMkLst>
            <pc:docMk/>
            <pc:sldMk cId="3542620291" sldId="475"/>
            <ac:picMk id="4" creationId="{4E6CA33A-4549-09E2-3DA0-B4E73633283A}"/>
          </ac:picMkLst>
        </pc:picChg>
        <pc:picChg chg="add mod">
          <ac:chgData name="Van de Vyvere Brecht" userId="S::brecht.vandevyvere@vlaanderen.be::c748c14e-f036-40e8-878f-c3efabff3178" providerId="AD" clId="Web-{6CC5578C-AA7F-81AA-97AC-4CD4324EF1B6}" dt="2026-06-16T14:48:38.150" v="1338" actId="1076"/>
          <ac:picMkLst>
            <pc:docMk/>
            <pc:sldMk cId="3542620291" sldId="475"/>
            <ac:picMk id="8" creationId="{98F23469-E24A-DE28-2774-F9CF320F80D1}"/>
          </ac:picMkLst>
        </pc:picChg>
        <pc:picChg chg="add mod">
          <ac:chgData name="Van de Vyvere Brecht" userId="S::brecht.vandevyvere@vlaanderen.be::c748c14e-f036-40e8-878f-c3efabff3178" providerId="AD" clId="Web-{6CC5578C-AA7F-81AA-97AC-4CD4324EF1B6}" dt="2026-06-16T14:49:23.527" v="1346" actId="1076"/>
          <ac:picMkLst>
            <pc:docMk/>
            <pc:sldMk cId="3542620291" sldId="475"/>
            <ac:picMk id="11" creationId="{BD9153F9-4BCC-EDCB-A122-BE9DE30AB683}"/>
          </ac:picMkLst>
        </pc:picChg>
        <pc:picChg chg="mod">
          <ac:chgData name="Van de Vyvere Brecht" userId="S::brecht.vandevyvere@vlaanderen.be::c748c14e-f036-40e8-878f-c3efabff3178" providerId="AD" clId="Web-{6CC5578C-AA7F-81AA-97AC-4CD4324EF1B6}" dt="2026-06-16T14:57:14.013" v="1395" actId="14100"/>
          <ac:picMkLst>
            <pc:docMk/>
            <pc:sldMk cId="3542620291" sldId="475"/>
            <ac:picMk id="12" creationId="{144BEE87-B7C4-A840-E4C8-C456E0436038}"/>
          </ac:picMkLst>
        </pc:picChg>
      </pc:sldChg>
      <pc:sldChg chg="addSp delSp modSp add ord replId">
        <pc:chgData name="Van de Vyvere Brecht" userId="S::brecht.vandevyvere@vlaanderen.be::c748c14e-f036-40e8-878f-c3efabff3178" providerId="AD" clId="Web-{6CC5578C-AA7F-81AA-97AC-4CD4324EF1B6}" dt="2026-06-16T15:02:12.993" v="1519" actId="1076"/>
        <pc:sldMkLst>
          <pc:docMk/>
          <pc:sldMk cId="54068425" sldId="476"/>
        </pc:sldMkLst>
        <pc:spChg chg="mod">
          <ac:chgData name="Van de Vyvere Brecht" userId="S::brecht.vandevyvere@vlaanderen.be::c748c14e-f036-40e8-878f-c3efabff3178" providerId="AD" clId="Web-{6CC5578C-AA7F-81AA-97AC-4CD4324EF1B6}" dt="2026-06-16T15:01:43.899" v="1503" actId="20577"/>
          <ac:spMkLst>
            <pc:docMk/>
            <pc:sldMk cId="54068425" sldId="476"/>
            <ac:spMk id="6" creationId="{96A24644-B0C2-9A8D-9289-979BF59F15B3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5:01:56.196" v="1512" actId="20577"/>
          <ac:spMkLst>
            <pc:docMk/>
            <pc:sldMk cId="54068425" sldId="476"/>
            <ac:spMk id="10" creationId="{C223BB70-6882-36A1-782C-DB843AB141E1}"/>
          </ac:spMkLst>
        </pc:spChg>
        <pc:spChg chg="add mod">
          <ac:chgData name="Van de Vyvere Brecht" userId="S::brecht.vandevyvere@vlaanderen.be::c748c14e-f036-40e8-878f-c3efabff3178" providerId="AD" clId="Web-{6CC5578C-AA7F-81AA-97AC-4CD4324EF1B6}" dt="2026-06-16T15:01:25.335" v="1494" actId="20577"/>
          <ac:spMkLst>
            <pc:docMk/>
            <pc:sldMk cId="54068425" sldId="476"/>
            <ac:spMk id="11" creationId="{608F16C0-04AE-2D80-8F8A-C146CF758C70}"/>
          </ac:spMkLst>
        </pc:spChg>
        <pc:picChg chg="add mod">
          <ac:chgData name="Van de Vyvere Brecht" userId="S::brecht.vandevyvere@vlaanderen.be::c748c14e-f036-40e8-878f-c3efabff3178" providerId="AD" clId="Web-{6CC5578C-AA7F-81AA-97AC-4CD4324EF1B6}" dt="2026-06-16T14:58:34.063" v="1408" actId="1076"/>
          <ac:picMkLst>
            <pc:docMk/>
            <pc:sldMk cId="54068425" sldId="476"/>
            <ac:picMk id="3" creationId="{9CFF7D9F-B7AA-BA61-7B07-B270FC764C16}"/>
          </ac:picMkLst>
        </pc:picChg>
        <pc:picChg chg="add mod">
          <ac:chgData name="Van de Vyvere Brecht" userId="S::brecht.vandevyvere@vlaanderen.be::c748c14e-f036-40e8-878f-c3efabff3178" providerId="AD" clId="Web-{6CC5578C-AA7F-81AA-97AC-4CD4324EF1B6}" dt="2026-06-16T15:02:12.993" v="1519" actId="1076"/>
          <ac:picMkLst>
            <pc:docMk/>
            <pc:sldMk cId="54068425" sldId="476"/>
            <ac:picMk id="4" creationId="{ACA803E4-7192-1761-A327-FF7A317422C8}"/>
          </ac:picMkLst>
        </pc:picChg>
      </pc:sldChg>
      <pc:sldChg chg="add replId">
        <pc:chgData name="Van de Vyvere Brecht" userId="S::brecht.vandevyvere@vlaanderen.be::c748c14e-f036-40e8-878f-c3efabff3178" providerId="AD" clId="Web-{6CC5578C-AA7F-81AA-97AC-4CD4324EF1B6}" dt="2026-06-16T15:04:49.749" v="1571"/>
        <pc:sldMkLst>
          <pc:docMk/>
          <pc:sldMk cId="1184740608" sldId="477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0.046" v="1572"/>
        <pc:sldMkLst>
          <pc:docMk/>
          <pc:sldMk cId="393411917" sldId="478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0.156" v="1573"/>
        <pc:sldMkLst>
          <pc:docMk/>
          <pc:sldMk cId="3302145477" sldId="479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0.531" v="1574"/>
        <pc:sldMkLst>
          <pc:docMk/>
          <pc:sldMk cId="4098978727" sldId="480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0.624" v="1575"/>
        <pc:sldMkLst>
          <pc:docMk/>
          <pc:sldMk cId="549533717" sldId="481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0.765" v="1576"/>
        <pc:sldMkLst>
          <pc:docMk/>
          <pc:sldMk cId="1478223281" sldId="482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0.859" v="1577"/>
        <pc:sldMkLst>
          <pc:docMk/>
          <pc:sldMk cId="172209924" sldId="483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1.093" v="1578"/>
        <pc:sldMkLst>
          <pc:docMk/>
          <pc:sldMk cId="2997945317" sldId="484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1.437" v="1579"/>
        <pc:sldMkLst>
          <pc:docMk/>
          <pc:sldMk cId="619976119" sldId="485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1.609" v="1580"/>
        <pc:sldMkLst>
          <pc:docMk/>
          <pc:sldMk cId="223497175" sldId="486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1.749" v="1581"/>
        <pc:sldMkLst>
          <pc:docMk/>
          <pc:sldMk cId="692335997" sldId="487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1.921" v="1582"/>
        <pc:sldMkLst>
          <pc:docMk/>
          <pc:sldMk cId="292388357" sldId="488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2.109" v="1583"/>
        <pc:sldMkLst>
          <pc:docMk/>
          <pc:sldMk cId="884738118" sldId="489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2.249" v="1584"/>
        <pc:sldMkLst>
          <pc:docMk/>
          <pc:sldMk cId="314843010" sldId="490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2.437" v="1585"/>
        <pc:sldMkLst>
          <pc:docMk/>
          <pc:sldMk cId="3699828458" sldId="491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2.531" v="1586"/>
        <pc:sldMkLst>
          <pc:docMk/>
          <pc:sldMk cId="3483769924" sldId="492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2.656" v="1587"/>
        <pc:sldMkLst>
          <pc:docMk/>
          <pc:sldMk cId="2937661872" sldId="493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2.937" v="1588"/>
        <pc:sldMkLst>
          <pc:docMk/>
          <pc:sldMk cId="1723364923" sldId="494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3.046" v="1589"/>
        <pc:sldMkLst>
          <pc:docMk/>
          <pc:sldMk cId="1043181859" sldId="495"/>
        </pc:sldMkLst>
      </pc:sldChg>
      <pc:sldChg chg="add replId">
        <pc:chgData name="Van de Vyvere Brecht" userId="S::brecht.vandevyvere@vlaanderen.be::c748c14e-f036-40e8-878f-c3efabff3178" providerId="AD" clId="Web-{6CC5578C-AA7F-81AA-97AC-4CD4324EF1B6}" dt="2026-06-16T15:04:53.281" v="1590"/>
        <pc:sldMkLst>
          <pc:docMk/>
          <pc:sldMk cId="2583196002" sldId="496"/>
        </pc:sldMkLst>
      </pc:sldChg>
      <pc:sldChg chg="addSp delSp modSp add replId">
        <pc:chgData name="Van de Vyvere Brecht" userId="S::brecht.vandevyvere@vlaanderen.be::c748c14e-f036-40e8-878f-c3efabff3178" providerId="AD" clId="Web-{6CC5578C-AA7F-81AA-97AC-4CD4324EF1B6}" dt="2026-06-16T15:38:20.388" v="1844" actId="20577"/>
        <pc:sldMkLst>
          <pc:docMk/>
          <pc:sldMk cId="3937723310" sldId="497"/>
        </pc:sldMkLst>
        <pc:spChg chg="mod">
          <ac:chgData name="Van de Vyvere Brecht" userId="S::brecht.vandevyvere@vlaanderen.be::c748c14e-f036-40e8-878f-c3efabff3178" providerId="AD" clId="Web-{6CC5578C-AA7F-81AA-97AC-4CD4324EF1B6}" dt="2026-06-16T15:38:20.388" v="1844" actId="20577"/>
          <ac:spMkLst>
            <pc:docMk/>
            <pc:sldMk cId="3937723310" sldId="497"/>
            <ac:spMk id="3" creationId="{464E3F50-6C41-99B3-9219-5F2BAF2AEF95}"/>
          </ac:spMkLst>
        </pc:spChg>
      </pc:sldChg>
      <pc:sldChg chg="addSp delSp modSp add replId">
        <pc:chgData name="Van de Vyvere Brecht" userId="S::brecht.vandevyvere@vlaanderen.be::c748c14e-f036-40e8-878f-c3efabff3178" providerId="AD" clId="Web-{6CC5578C-AA7F-81AA-97AC-4CD4324EF1B6}" dt="2026-06-16T15:34:01.066" v="1835" actId="1076"/>
        <pc:sldMkLst>
          <pc:docMk/>
          <pc:sldMk cId="3543833166" sldId="498"/>
        </pc:sldMkLst>
        <pc:spChg chg="mod">
          <ac:chgData name="Van de Vyvere Brecht" userId="S::brecht.vandevyvere@vlaanderen.be::c748c14e-f036-40e8-878f-c3efabff3178" providerId="AD" clId="Web-{6CC5578C-AA7F-81AA-97AC-4CD4324EF1B6}" dt="2026-06-16T15:33:47.800" v="1830" actId="1076"/>
          <ac:spMkLst>
            <pc:docMk/>
            <pc:sldMk cId="3543833166" sldId="498"/>
            <ac:spMk id="3" creationId="{FB0EB4FF-1464-24CB-8F6B-CE09398EE94E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5:33:58.597" v="1834" actId="20577"/>
          <ac:spMkLst>
            <pc:docMk/>
            <pc:sldMk cId="3543833166" sldId="498"/>
            <ac:spMk id="6" creationId="{C297D051-BB12-6851-605D-8EDCACEFD88C}"/>
          </ac:spMkLst>
        </pc:spChg>
        <pc:picChg chg="add mod">
          <ac:chgData name="Van de Vyvere Brecht" userId="S::brecht.vandevyvere@vlaanderen.be::c748c14e-f036-40e8-878f-c3efabff3178" providerId="AD" clId="Web-{6CC5578C-AA7F-81AA-97AC-4CD4324EF1B6}" dt="2026-06-16T15:34:01.066" v="1835" actId="1076"/>
          <ac:picMkLst>
            <pc:docMk/>
            <pc:sldMk cId="3543833166" sldId="498"/>
            <ac:picMk id="8" creationId="{D2C0E735-69DD-B558-D352-203EEB131D0B}"/>
          </ac:picMkLst>
        </pc:picChg>
      </pc:sldChg>
      <pc:sldChg chg="addSp delSp modSp add replId">
        <pc:chgData name="Van de Vyvere Brecht" userId="S::brecht.vandevyvere@vlaanderen.be::c748c14e-f036-40e8-878f-c3efabff3178" providerId="AD" clId="Web-{6CC5578C-AA7F-81AA-97AC-4CD4324EF1B6}" dt="2026-06-16T15:33:33.799" v="1826" actId="20577"/>
        <pc:sldMkLst>
          <pc:docMk/>
          <pc:sldMk cId="4046984212" sldId="499"/>
        </pc:sldMkLst>
        <pc:spChg chg="mod">
          <ac:chgData name="Van de Vyvere Brecht" userId="S::brecht.vandevyvere@vlaanderen.be::c748c14e-f036-40e8-878f-c3efabff3178" providerId="AD" clId="Web-{6CC5578C-AA7F-81AA-97AC-4CD4324EF1B6}" dt="2026-06-16T15:16:59.449" v="1638" actId="1076"/>
          <ac:spMkLst>
            <pc:docMk/>
            <pc:sldMk cId="4046984212" sldId="499"/>
            <ac:spMk id="2" creationId="{FEB14471-3DEE-E0D5-9F7A-EEC88396BE1E}"/>
          </ac:spMkLst>
        </pc:spChg>
        <pc:spChg chg="mod">
          <ac:chgData name="Van de Vyvere Brecht" userId="S::brecht.vandevyvere@vlaanderen.be::c748c14e-f036-40e8-878f-c3efabff3178" providerId="AD" clId="Web-{6CC5578C-AA7F-81AA-97AC-4CD4324EF1B6}" dt="2026-06-16T15:33:33.799" v="1826" actId="20577"/>
          <ac:spMkLst>
            <pc:docMk/>
            <pc:sldMk cId="4046984212" sldId="499"/>
            <ac:spMk id="3" creationId="{EDBAE2AE-3B0E-56F4-7DD2-C8CCE7D22121}"/>
          </ac:spMkLst>
        </pc:spChg>
        <pc:picChg chg="add mod ord modCrop">
          <ac:chgData name="Van de Vyvere Brecht" userId="S::brecht.vandevyvere@vlaanderen.be::c748c14e-f036-40e8-878f-c3efabff3178" providerId="AD" clId="Web-{6CC5578C-AA7F-81AA-97AC-4CD4324EF1B6}" dt="2026-06-16T15:32:36.313" v="1793" actId="1076"/>
          <ac:picMkLst>
            <pc:docMk/>
            <pc:sldMk cId="4046984212" sldId="499"/>
            <ac:picMk id="14" creationId="{DB3FE125-E8A9-F319-743F-A7D2A175EB4E}"/>
          </ac:picMkLst>
        </pc:picChg>
      </pc:sldChg>
      <pc:sldChg chg="modSp add replId">
        <pc:chgData name="Van de Vyvere Brecht" userId="S::brecht.vandevyvere@vlaanderen.be::c748c14e-f036-40e8-878f-c3efabff3178" providerId="AD" clId="Web-{6CC5578C-AA7F-81AA-97AC-4CD4324EF1B6}" dt="2026-06-16T15:21:29.647" v="1700" actId="20577"/>
        <pc:sldMkLst>
          <pc:docMk/>
          <pc:sldMk cId="4146674346" sldId="500"/>
        </pc:sldMkLst>
        <pc:spChg chg="mod">
          <ac:chgData name="Van de Vyvere Brecht" userId="S::brecht.vandevyvere@vlaanderen.be::c748c14e-f036-40e8-878f-c3efabff3178" providerId="AD" clId="Web-{6CC5578C-AA7F-81AA-97AC-4CD4324EF1B6}" dt="2026-06-16T15:21:29.647" v="1700" actId="20577"/>
          <ac:spMkLst>
            <pc:docMk/>
            <pc:sldMk cId="4146674346" sldId="500"/>
            <ac:spMk id="4" creationId="{0CB413D8-488B-F1F4-1926-8216B75B28EA}"/>
          </ac:spMkLst>
        </pc:spChg>
      </pc:sldChg>
      <pc:sldChg chg="addSp delSp modSp add replId">
        <pc:chgData name="Van de Vyvere Brecht" userId="S::brecht.vandevyvere@vlaanderen.be::c748c14e-f036-40e8-878f-c3efabff3178" providerId="AD" clId="Web-{6CC5578C-AA7F-81AA-97AC-4CD4324EF1B6}" dt="2026-06-16T15:21:25.678" v="1699" actId="1076"/>
        <pc:sldMkLst>
          <pc:docMk/>
          <pc:sldMk cId="1115873444" sldId="501"/>
        </pc:sldMkLst>
        <pc:spChg chg="mod">
          <ac:chgData name="Van de Vyvere Brecht" userId="S::brecht.vandevyvere@vlaanderen.be::c748c14e-f036-40e8-878f-c3efabff3178" providerId="AD" clId="Web-{6CC5578C-AA7F-81AA-97AC-4CD4324EF1B6}" dt="2026-06-16T15:05:06.312" v="1599" actId="20577"/>
          <ac:spMkLst>
            <pc:docMk/>
            <pc:sldMk cId="1115873444" sldId="501"/>
            <ac:spMk id="3" creationId="{21541187-B1CA-9232-8ABC-26BF2DC2800D}"/>
          </ac:spMkLst>
        </pc:spChg>
        <pc:picChg chg="add mod ord">
          <ac:chgData name="Van de Vyvere Brecht" userId="S::brecht.vandevyvere@vlaanderen.be::c748c14e-f036-40e8-878f-c3efabff3178" providerId="AD" clId="Web-{6CC5578C-AA7F-81AA-97AC-4CD4324EF1B6}" dt="2026-06-16T15:21:25.678" v="1699" actId="1076"/>
          <ac:picMkLst>
            <pc:docMk/>
            <pc:sldMk cId="1115873444" sldId="501"/>
            <ac:picMk id="8" creationId="{5A70FEAA-C356-3D8F-D9A2-20BE560E770D}"/>
          </ac:picMkLst>
        </pc:picChg>
      </pc:sldChg>
      <pc:sldChg chg="modSp add replId">
        <pc:chgData name="Van de Vyvere Brecht" userId="S::brecht.vandevyvere@vlaanderen.be::c748c14e-f036-40e8-878f-c3efabff3178" providerId="AD" clId="Web-{6CC5578C-AA7F-81AA-97AC-4CD4324EF1B6}" dt="2026-06-16T15:05:05.797" v="1597" actId="20577"/>
        <pc:sldMkLst>
          <pc:docMk/>
          <pc:sldMk cId="1545751103" sldId="502"/>
        </pc:sldMkLst>
        <pc:spChg chg="mod">
          <ac:chgData name="Van de Vyvere Brecht" userId="S::brecht.vandevyvere@vlaanderen.be::c748c14e-f036-40e8-878f-c3efabff3178" providerId="AD" clId="Web-{6CC5578C-AA7F-81AA-97AC-4CD4324EF1B6}" dt="2026-06-16T15:05:05.797" v="1597" actId="20577"/>
          <ac:spMkLst>
            <pc:docMk/>
            <pc:sldMk cId="1545751103" sldId="502"/>
            <ac:spMk id="2" creationId="{14B666F1-EF8B-7EFA-AFE7-71A68BDFC9F8}"/>
          </ac:spMkLst>
        </pc:spChg>
      </pc:sldChg>
    </pc:docChg>
  </pc:docChgLst>
  <pc:docChgLst>
    <pc:chgData name="Van de Vyvere Brecht" userId="S::brecht.vandevyvere@vlaanderen.be::c748c14e-f036-40e8-878f-c3efabff3178" providerId="AD" clId="Web-{24752768-D995-A0A9-4DFB-6F969D80DD17}"/>
    <pc:docChg chg="addSld modSld">
      <pc:chgData name="Van de Vyvere Brecht" userId="S::brecht.vandevyvere@vlaanderen.be::c748c14e-f036-40e8-878f-c3efabff3178" providerId="AD" clId="Web-{24752768-D995-A0A9-4DFB-6F969D80DD17}" dt="2026-06-18T08:38:00.200" v="154" actId="1076"/>
      <pc:docMkLst>
        <pc:docMk/>
      </pc:docMkLst>
      <pc:sldChg chg="modSp">
        <pc:chgData name="Van de Vyvere Brecht" userId="S::brecht.vandevyvere@vlaanderen.be::c748c14e-f036-40e8-878f-c3efabff3178" providerId="AD" clId="Web-{24752768-D995-A0A9-4DFB-6F969D80DD17}" dt="2026-06-18T06:15:09.045" v="2" actId="1076"/>
        <pc:sldMkLst>
          <pc:docMk/>
          <pc:sldMk cId="3951409503" sldId="327"/>
        </pc:sldMkLst>
        <pc:picChg chg="mod">
          <ac:chgData name="Van de Vyvere Brecht" userId="S::brecht.vandevyvere@vlaanderen.be::c748c14e-f036-40e8-878f-c3efabff3178" providerId="AD" clId="Web-{24752768-D995-A0A9-4DFB-6F969D80DD17}" dt="2026-06-18T06:15:09.045" v="2" actId="1076"/>
          <ac:picMkLst>
            <pc:docMk/>
            <pc:sldMk cId="3951409503" sldId="327"/>
            <ac:picMk id="31" creationId="{4939CFD2-9A29-0CF1-C901-CDEDF9CAC5D4}"/>
          </ac:picMkLst>
        </pc:picChg>
      </pc:sldChg>
      <pc:sldChg chg="modSp">
        <pc:chgData name="Van de Vyvere Brecht" userId="S::brecht.vandevyvere@vlaanderen.be::c748c14e-f036-40e8-878f-c3efabff3178" providerId="AD" clId="Web-{24752768-D995-A0A9-4DFB-6F969D80DD17}" dt="2026-06-18T06:34:00.929" v="12" actId="20577"/>
        <pc:sldMkLst>
          <pc:docMk/>
          <pc:sldMk cId="3505240135" sldId="441"/>
        </pc:sldMkLst>
        <pc:spChg chg="mod">
          <ac:chgData name="Van de Vyvere Brecht" userId="S::brecht.vandevyvere@vlaanderen.be::c748c14e-f036-40e8-878f-c3efabff3178" providerId="AD" clId="Web-{24752768-D995-A0A9-4DFB-6F969D80DD17}" dt="2026-06-18T06:34:00.929" v="12" actId="20577"/>
          <ac:spMkLst>
            <pc:docMk/>
            <pc:sldMk cId="3505240135" sldId="441"/>
            <ac:spMk id="2" creationId="{8FC3A0B4-4142-69AD-90BA-4E07DD7C4273}"/>
          </ac:spMkLst>
        </pc:spChg>
      </pc:sldChg>
      <pc:sldChg chg="modSp">
        <pc:chgData name="Van de Vyvere Brecht" userId="S::brecht.vandevyvere@vlaanderen.be::c748c14e-f036-40e8-878f-c3efabff3178" providerId="AD" clId="Web-{24752768-D995-A0A9-4DFB-6F969D80DD17}" dt="2026-06-18T06:22:21.139" v="4" actId="20577"/>
        <pc:sldMkLst>
          <pc:docMk/>
          <pc:sldMk cId="3599223130" sldId="452"/>
        </pc:sldMkLst>
        <pc:spChg chg="mod">
          <ac:chgData name="Van de Vyvere Brecht" userId="S::brecht.vandevyvere@vlaanderen.be::c748c14e-f036-40e8-878f-c3efabff3178" providerId="AD" clId="Web-{24752768-D995-A0A9-4DFB-6F969D80DD17}" dt="2026-06-18T06:22:21.139" v="4" actId="20577"/>
          <ac:spMkLst>
            <pc:docMk/>
            <pc:sldMk cId="3599223130" sldId="452"/>
            <ac:spMk id="3" creationId="{B6F61925-BFFD-FD91-225C-0C3467E0016A}"/>
          </ac:spMkLst>
        </pc:spChg>
      </pc:sldChg>
      <pc:sldChg chg="modSp">
        <pc:chgData name="Van de Vyvere Brecht" userId="S::brecht.vandevyvere@vlaanderen.be::c748c14e-f036-40e8-878f-c3efabff3178" providerId="AD" clId="Web-{24752768-D995-A0A9-4DFB-6F969D80DD17}" dt="2026-06-18T07:12:58.606" v="152" actId="20577"/>
        <pc:sldMkLst>
          <pc:docMk/>
          <pc:sldMk cId="1482793890" sldId="459"/>
        </pc:sldMkLst>
        <pc:spChg chg="mod">
          <ac:chgData name="Van de Vyvere Brecht" userId="S::brecht.vandevyvere@vlaanderen.be::c748c14e-f036-40e8-878f-c3efabff3178" providerId="AD" clId="Web-{24752768-D995-A0A9-4DFB-6F969D80DD17}" dt="2026-06-18T07:12:58.606" v="152" actId="20577"/>
          <ac:spMkLst>
            <pc:docMk/>
            <pc:sldMk cId="1482793890" sldId="459"/>
            <ac:spMk id="8" creationId="{4CB3DF3A-153C-595D-8909-3B11EBF8F4C1}"/>
          </ac:spMkLst>
        </pc:spChg>
      </pc:sldChg>
      <pc:sldChg chg="addSp delSp modSp">
        <pc:chgData name="Van de Vyvere Brecht" userId="S::brecht.vandevyvere@vlaanderen.be::c748c14e-f036-40e8-878f-c3efabff3178" providerId="AD" clId="Web-{24752768-D995-A0A9-4DFB-6F969D80DD17}" dt="2026-06-18T07:05:37.074" v="70" actId="20577"/>
        <pc:sldMkLst>
          <pc:docMk/>
          <pc:sldMk cId="266411990" sldId="462"/>
        </pc:sldMkLst>
        <pc:spChg chg="mod">
          <ac:chgData name="Van de Vyvere Brecht" userId="S::brecht.vandevyvere@vlaanderen.be::c748c14e-f036-40e8-878f-c3efabff3178" providerId="AD" clId="Web-{24752768-D995-A0A9-4DFB-6F969D80DD17}" dt="2026-06-18T07:05:37.074" v="70" actId="20577"/>
          <ac:spMkLst>
            <pc:docMk/>
            <pc:sldMk cId="266411990" sldId="462"/>
            <ac:spMk id="6" creationId="{22A17EA8-44F7-5E7E-A86E-A2ED15456358}"/>
          </ac:spMkLst>
        </pc:spChg>
        <pc:spChg chg="mod">
          <ac:chgData name="Van de Vyvere Brecht" userId="S::brecht.vandevyvere@vlaanderen.be::c748c14e-f036-40e8-878f-c3efabff3178" providerId="AD" clId="Web-{24752768-D995-A0A9-4DFB-6F969D80DD17}" dt="2026-06-18T07:05:04.651" v="64" actId="20577"/>
          <ac:spMkLst>
            <pc:docMk/>
            <pc:sldMk cId="266411990" sldId="462"/>
            <ac:spMk id="10" creationId="{8B322E98-1BFA-D157-CD55-D07C3BF23F5C}"/>
          </ac:spMkLst>
        </pc:spChg>
        <pc:picChg chg="mod">
          <ac:chgData name="Van de Vyvere Brecht" userId="S::brecht.vandevyvere@vlaanderen.be::c748c14e-f036-40e8-878f-c3efabff3178" providerId="AD" clId="Web-{24752768-D995-A0A9-4DFB-6F969D80DD17}" dt="2026-06-18T07:05:02.261" v="56" actId="1076"/>
          <ac:picMkLst>
            <pc:docMk/>
            <pc:sldMk cId="266411990" sldId="462"/>
            <ac:picMk id="4" creationId="{C6EBD471-AAFA-1E9B-6F9A-0CBFE711E79D}"/>
          </ac:picMkLst>
        </pc:picChg>
        <pc:picChg chg="add del">
          <ac:chgData name="Van de Vyvere Brecht" userId="S::brecht.vandevyvere@vlaanderen.be::c748c14e-f036-40e8-878f-c3efabff3178" providerId="AD" clId="Web-{24752768-D995-A0A9-4DFB-6F969D80DD17}" dt="2026-06-18T07:05:06.948" v="65"/>
          <ac:picMkLst>
            <pc:docMk/>
            <pc:sldMk cId="266411990" sldId="462"/>
            <ac:picMk id="12" creationId="{C53DBA68-C877-27D8-8B6F-237BC883EF82}"/>
          </ac:picMkLst>
        </pc:picChg>
      </pc:sldChg>
      <pc:sldChg chg="modSp">
        <pc:chgData name="Van de Vyvere Brecht" userId="S::brecht.vandevyvere@vlaanderen.be::c748c14e-f036-40e8-878f-c3efabff3178" providerId="AD" clId="Web-{24752768-D995-A0A9-4DFB-6F969D80DD17}" dt="2026-06-18T07:12:11.463" v="143" actId="20577"/>
        <pc:sldMkLst>
          <pc:docMk/>
          <pc:sldMk cId="2133795908" sldId="468"/>
        </pc:sldMkLst>
        <pc:spChg chg="mod">
          <ac:chgData name="Van de Vyvere Brecht" userId="S::brecht.vandevyvere@vlaanderen.be::c748c14e-f036-40e8-878f-c3efabff3178" providerId="AD" clId="Web-{24752768-D995-A0A9-4DFB-6F969D80DD17}" dt="2026-06-18T07:07:19.031" v="141" actId="20577"/>
          <ac:spMkLst>
            <pc:docMk/>
            <pc:sldMk cId="2133795908" sldId="468"/>
            <ac:spMk id="8" creationId="{E8954715-AD20-2499-C590-D6C59F387B7E}"/>
          </ac:spMkLst>
        </pc:spChg>
        <pc:spChg chg="mod">
          <ac:chgData name="Van de Vyvere Brecht" userId="S::brecht.vandevyvere@vlaanderen.be::c748c14e-f036-40e8-878f-c3efabff3178" providerId="AD" clId="Web-{24752768-D995-A0A9-4DFB-6F969D80DD17}" dt="2026-06-18T07:12:11.463" v="143" actId="20577"/>
          <ac:spMkLst>
            <pc:docMk/>
            <pc:sldMk cId="2133795908" sldId="468"/>
            <ac:spMk id="10" creationId="{6318350C-B12A-282F-A5A2-4475C34460FE}"/>
          </ac:spMkLst>
        </pc:spChg>
      </pc:sldChg>
      <pc:sldChg chg="modSp">
        <pc:chgData name="Van de Vyvere Brecht" userId="S::brecht.vandevyvere@vlaanderen.be::c748c14e-f036-40e8-878f-c3efabff3178" providerId="AD" clId="Web-{24752768-D995-A0A9-4DFB-6F969D80DD17}" dt="2026-06-18T08:38:00.200" v="154" actId="1076"/>
        <pc:sldMkLst>
          <pc:docMk/>
          <pc:sldMk cId="3542620291" sldId="475"/>
        </pc:sldMkLst>
        <pc:spChg chg="mod">
          <ac:chgData name="Van de Vyvere Brecht" userId="S::brecht.vandevyvere@vlaanderen.be::c748c14e-f036-40e8-878f-c3efabff3178" providerId="AD" clId="Web-{24752768-D995-A0A9-4DFB-6F969D80DD17}" dt="2026-06-18T08:38:00.200" v="154" actId="1076"/>
          <ac:spMkLst>
            <pc:docMk/>
            <pc:sldMk cId="3542620291" sldId="475"/>
            <ac:spMk id="10" creationId="{0CD48007-8D5C-9AAC-6422-88C4C3492E42}"/>
          </ac:spMkLst>
        </pc:spChg>
      </pc:sldChg>
      <pc:sldChg chg="modSp">
        <pc:chgData name="Van de Vyvere Brecht" userId="S::brecht.vandevyvere@vlaanderen.be::c748c14e-f036-40e8-878f-c3efabff3178" providerId="AD" clId="Web-{24752768-D995-A0A9-4DFB-6F969D80DD17}" dt="2026-06-18T07:06:48.139" v="113" actId="20577"/>
        <pc:sldMkLst>
          <pc:docMk/>
          <pc:sldMk cId="619976119" sldId="485"/>
        </pc:sldMkLst>
        <pc:spChg chg="mod">
          <ac:chgData name="Van de Vyvere Brecht" userId="S::brecht.vandevyvere@vlaanderen.be::c748c14e-f036-40e8-878f-c3efabff3178" providerId="AD" clId="Web-{24752768-D995-A0A9-4DFB-6F969D80DD17}" dt="2026-06-18T07:06:48.139" v="113" actId="20577"/>
          <ac:spMkLst>
            <pc:docMk/>
            <pc:sldMk cId="619976119" sldId="485"/>
            <ac:spMk id="8" creationId="{1FB016C4-B45D-7DAD-C12C-78B70E68D23F}"/>
          </ac:spMkLst>
        </pc:spChg>
      </pc:sldChg>
      <pc:sldChg chg="modSp">
        <pc:chgData name="Van de Vyvere Brecht" userId="S::brecht.vandevyvere@vlaanderen.be::c748c14e-f036-40e8-878f-c3efabff3178" providerId="AD" clId="Web-{24752768-D995-A0A9-4DFB-6F969D80DD17}" dt="2026-06-18T07:05:42.418" v="73" actId="20577"/>
        <pc:sldMkLst>
          <pc:docMk/>
          <pc:sldMk cId="314843010" sldId="490"/>
        </pc:sldMkLst>
        <pc:spChg chg="mod">
          <ac:chgData name="Van de Vyvere Brecht" userId="S::brecht.vandevyvere@vlaanderen.be::c748c14e-f036-40e8-878f-c3efabff3178" providerId="AD" clId="Web-{24752768-D995-A0A9-4DFB-6F969D80DD17}" dt="2026-06-18T07:05:42.418" v="73" actId="20577"/>
          <ac:spMkLst>
            <pc:docMk/>
            <pc:sldMk cId="314843010" sldId="490"/>
            <ac:spMk id="6" creationId="{78977438-798D-9E73-C329-65E3C4CADB3E}"/>
          </ac:spMkLst>
        </pc:spChg>
      </pc:sldChg>
      <pc:sldChg chg="modSp">
        <pc:chgData name="Van de Vyvere Brecht" userId="S::brecht.vandevyvere@vlaanderen.be::c748c14e-f036-40e8-878f-c3efabff3178" providerId="AD" clId="Web-{24752768-D995-A0A9-4DFB-6F969D80DD17}" dt="2026-06-18T07:06:20.717" v="101" actId="20577"/>
        <pc:sldMkLst>
          <pc:docMk/>
          <pc:sldMk cId="446742476" sldId="511"/>
        </pc:sldMkLst>
        <pc:spChg chg="mod">
          <ac:chgData name="Van de Vyvere Brecht" userId="S::brecht.vandevyvere@vlaanderen.be::c748c14e-f036-40e8-878f-c3efabff3178" providerId="AD" clId="Web-{24752768-D995-A0A9-4DFB-6F969D80DD17}" dt="2026-06-18T07:06:20.717" v="101" actId="20577"/>
          <ac:spMkLst>
            <pc:docMk/>
            <pc:sldMk cId="446742476" sldId="511"/>
            <ac:spMk id="8" creationId="{687E1EAC-3BFE-BA73-D244-4DE30ED853DC}"/>
          </ac:spMkLst>
        </pc:spChg>
      </pc:sldChg>
      <pc:sldChg chg="modSp">
        <pc:chgData name="Van de Vyvere Brecht" userId="S::brecht.vandevyvere@vlaanderen.be::c748c14e-f036-40e8-878f-c3efabff3178" providerId="AD" clId="Web-{24752768-D995-A0A9-4DFB-6F969D80DD17}" dt="2026-06-18T07:05:58.966" v="75" actId="20577"/>
        <pc:sldMkLst>
          <pc:docMk/>
          <pc:sldMk cId="66559504" sldId="516"/>
        </pc:sldMkLst>
        <pc:spChg chg="mod">
          <ac:chgData name="Van de Vyvere Brecht" userId="S::brecht.vandevyvere@vlaanderen.be::c748c14e-f036-40e8-878f-c3efabff3178" providerId="AD" clId="Web-{24752768-D995-A0A9-4DFB-6F969D80DD17}" dt="2026-06-18T07:05:58.966" v="75" actId="20577"/>
          <ac:spMkLst>
            <pc:docMk/>
            <pc:sldMk cId="66559504" sldId="516"/>
            <ac:spMk id="6" creationId="{85454CFA-9359-B96B-1AA9-8B4B3977B55F}"/>
          </ac:spMkLst>
        </pc:spChg>
      </pc:sldChg>
      <pc:sldChg chg="modSp add replId">
        <pc:chgData name="Van de Vyvere Brecht" userId="S::brecht.vandevyvere@vlaanderen.be::c748c14e-f036-40e8-878f-c3efabff3178" providerId="AD" clId="Web-{24752768-D995-A0A9-4DFB-6F969D80DD17}" dt="2026-06-18T07:05:13.370" v="68" actId="20577"/>
        <pc:sldMkLst>
          <pc:docMk/>
          <pc:sldMk cId="1835897616" sldId="529"/>
        </pc:sldMkLst>
        <pc:spChg chg="mod">
          <ac:chgData name="Van de Vyvere Brecht" userId="S::brecht.vandevyvere@vlaanderen.be::c748c14e-f036-40e8-878f-c3efabff3178" providerId="AD" clId="Web-{24752768-D995-A0A9-4DFB-6F969D80DD17}" dt="2026-06-18T07:05:13.370" v="68" actId="20577"/>
          <ac:spMkLst>
            <pc:docMk/>
            <pc:sldMk cId="1835897616" sldId="529"/>
            <ac:spMk id="2" creationId="{B22DE85B-002D-D226-0C5C-A513DAD8C1E6}"/>
          </ac:spMkLst>
        </pc:spChg>
      </pc:sldChg>
      <pc:sldChg chg="modSp add replId">
        <pc:chgData name="Van de Vyvere Brecht" userId="S::brecht.vandevyvere@vlaanderen.be::c748c14e-f036-40e8-878f-c3efabff3178" providerId="AD" clId="Web-{24752768-D995-A0A9-4DFB-6F969D80DD17}" dt="2026-06-18T06:34:14.742" v="18" actId="20577"/>
        <pc:sldMkLst>
          <pc:docMk/>
          <pc:sldMk cId="830088708" sldId="530"/>
        </pc:sldMkLst>
        <pc:spChg chg="mod">
          <ac:chgData name="Van de Vyvere Brecht" userId="S::brecht.vandevyvere@vlaanderen.be::c748c14e-f036-40e8-878f-c3efabff3178" providerId="AD" clId="Web-{24752768-D995-A0A9-4DFB-6F969D80DD17}" dt="2026-06-18T06:34:14.742" v="18" actId="20577"/>
          <ac:spMkLst>
            <pc:docMk/>
            <pc:sldMk cId="830088708" sldId="530"/>
            <ac:spMk id="2" creationId="{92EC6942-A854-A54C-EB41-62F095D5E01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4735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/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302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52468" rtl="0" eaLnBrk="1" latinLnBrk="0" hangingPunct="1">
      <a:defRPr sz="1382" b="0" i="0" kern="1200">
        <a:solidFill>
          <a:schemeClr val="tx1"/>
        </a:solidFill>
        <a:latin typeface="FlandersArtSans-Bold" pitchFamily="2" charset="77"/>
        <a:ea typeface="+mn-ea"/>
        <a:cs typeface="+mn-cs"/>
      </a:defRPr>
    </a:lvl1pPr>
  </p:notesStyle>
  <p:extLst>
    <p:ext uri="{620B2872-D7B9-4A21-9093-7833F8D536E1}">
      <p15:sldGuideLst xmlns:p15="http://schemas.microsoft.com/office/powerpoint/2012/main"/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F7C50-A0C1-5B83-8668-CEA1D9FD1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9EE30-AECE-07EC-DB18-D7C2D465A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C6090-01D7-F1A0-A3F2-0C6C2EDD6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05672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>
              <a:latin typeface="FlandersArtSans-Regular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295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9D627-5F00-E8C2-6443-1E16A89B7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C1D6A-8507-89AB-0E5A-A2F3264DF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9544C-3055-CE5B-D630-E32F333AA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sz="1500" dirty="0">
              <a:latin typeface="FlandersArtSans-Regular" panose="00000500000000000000" pitchFamily="2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6299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89645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FA00F-2D63-285B-2946-7A3876A9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B6193-A8D5-F2F4-F5FA-C841C768F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B153E6-9EBD-E3B3-317C-0A82EAE2F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sz="1500" dirty="0">
              <a:latin typeface="FlandersArtSans-Regular" panose="00000500000000000000" pitchFamily="2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1644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914170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FC19C-3833-ACC0-0B1A-A6F1BCAB0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9DB39-81EA-73F2-C709-7330DD803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3D624-D011-38DF-2D15-F4F476F3F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6686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3AFC1-0936-6713-36F1-7BA5626FD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7E3266-D175-2DC4-0856-8AC011A5D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A1272A-5B94-37EF-FE45-083843AE7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8204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4FE24-27BB-0E7A-6C8D-19AF1F7AA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349A7-E28F-E223-42DA-1ED4F740E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BBCB5-9CB9-8FDA-35E6-D826C92C4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62169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8D494-A87D-8C61-37D7-391232D4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DE7D7-98E6-B532-C2ED-C02747A43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48F3E-9142-FFB7-C884-16B37E9F3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38807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651D7-CD7D-828F-866A-9741EBCE6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04647-A6F3-A4C9-640F-1B9713189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276E1-B1D7-7E2C-01D7-A3F4BF30F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93593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875C0-4B15-0ACD-7409-D539D783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CA1AAC-5D59-EB11-F795-76D942167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69B37-8E50-A88A-DE90-F080F4352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40293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CDD46-44C2-D7E1-6BCD-FB35E0E50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18571-F2E9-2E26-0440-47A694FB1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CC368-F45D-7C0C-C5A2-4962DEB72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19288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636CC-FC5D-B1A1-57F7-379283463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5B9D1-A8B1-6DFA-CB2B-3D843B174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4A002-FF37-9BDF-D980-918A31CA8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59753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BC6F3-A360-F55D-8606-FE689ACA9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E303C-74C0-0FED-6CB3-18CD237C9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D3153-BE26-7BE7-F60F-F67902DDF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9476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48267-1BF2-9279-A416-F75B35115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D1CDF-5E1B-2F46-EBCF-C32CD1FE6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8706D4-1BDE-127F-385F-357B8FD15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629796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1231C-9B77-2B0F-D9F5-91D4BFA41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298DB-41E7-666B-C034-514212396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E5E65-9F60-91C9-700A-C9F394F03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533632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DB5B0-89C5-B1DD-7687-C804004A7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DBCE5-897D-1E0C-0C16-473326B00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582D0-1C8B-AF37-131A-1360E8AE8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81466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6906D-7B9C-7B14-B758-7C9FC8372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5B3D3-24F8-CCCA-B946-8D667960F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99548-D4F6-D5C5-F91E-445585BD3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085625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A0CC8-2B41-89F5-CBF4-A397E015C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89A79-7819-0353-FDC7-C577F22F0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485459-CED7-8E75-81E8-A1D24A510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633086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6031E-A666-33FE-9D4E-25B67E2F5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DC6D9-8E66-574E-CF2A-DD73E0A0A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3854C8-17C8-7C8E-EFB9-72D5D5F1F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339463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1A86D-FF2E-7129-0911-ED9AB6FDD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264EE-4F12-0FA2-5EE1-C76B522C9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5141A-F0C5-41A9-40B5-07FA28CA9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082324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46078-C495-D021-C08F-2FBCED9AB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66E932-8BB6-A6A8-1F2F-1B9014287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4F4B7-9774-A523-100A-C18778546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5346432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4B931-ABCD-3E21-0664-49F1DFA06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F45DD-C076-144C-297A-024AB9B0D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DF2F6C-AF20-7141-6AE9-9229BF701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0980509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EDB61-8B87-8A7E-C565-1E62CD206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A925DB-FE25-F975-8349-5BE0D68DC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B7A85-098E-6794-A9F4-97560A6AE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937886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659135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40190-8A8E-50ED-C5A5-CBD733F99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D9DDD-DB2E-AF49-5B5D-F0891C846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FF4A2-1CFC-78AF-6124-319CBEF76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>
              <a:latin typeface="FlandersArtSans-Regular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5673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97569-8AC7-E208-D5A4-99C5FF04C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1CB43-4139-0B22-07D5-30F019A67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574BB4-FA8B-3ED1-D09A-948FA09A4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sz="1500" dirty="0">
              <a:latin typeface="FlandersArtSans-Regular" panose="00000500000000000000" pitchFamily="2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48352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88FB5-5FB5-D32D-9BDF-6403830ED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DC030-3777-76C0-1CFD-20EEF6B2A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92E5C-F1EB-7EB2-5538-7B86306F9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0387658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E3AFB-5F79-3B91-A6F9-90C74AD30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680AF-F363-273A-06DB-7D89EEFDA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4C555-CC3D-BA7F-BBC0-B23AF0D25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sz="1500" dirty="0">
              <a:latin typeface="FlandersArtSans-Regular" panose="00000500000000000000" pitchFamily="2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34750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C2336-9C98-7886-14AB-0919C744E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93898-7769-EC30-B313-D290AE9D4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20EF3-3B35-0DA6-DEC8-C813715FE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116729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1A11A-1F0E-27C6-8539-DAB5D34C7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A9E51-9228-34B5-2D73-FE0E517F4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A1FE9-1E91-863F-151E-AF9D7F2D3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772391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A7E10-0298-ABF4-6CC4-AA9B2DEA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058F4F-0685-F9FC-2694-C8B25E305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3E1657-A688-F1EB-A834-DD9025C7F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075667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1104-BE53-6B4B-FE7F-2BBF457A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8F6FD-CC73-8743-C183-45362B21A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D0FF3-DFB9-2738-BA47-7B4EB6761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869777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84429-2D40-152E-857C-D3C69538E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1E6E7-4BAF-AC38-438C-C059A6A25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AC5EE-A519-C372-6D36-7024B7C8E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0492441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27783-810E-0A6F-F390-5F6772EDA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7CD4C-1C7B-B0CC-D22A-BCD02F9EC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629E9-3A07-C388-DE2D-645557B23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306753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7FB2-526E-7527-2A43-B7C08126D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A0252-6248-39E4-746A-FC32973E6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C53AD-2239-DA8A-8B40-EEAF9DF45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809677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9043A-84AC-3077-27E8-CB8068D7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96FFC0-07B7-8BB9-394C-5493B14E4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CB6007-8BF5-B3B5-5935-BAA9C0ADD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574187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C7705-C8F8-7692-1F1F-44F84FF72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6F647-0963-837D-E01D-24AAD67ED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761F3-B40C-73C0-109D-17B27125B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459065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0EA90-204B-F435-3D5F-B17584F57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516E9-FE6E-E1AA-B5F4-92B041F98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465C8-C313-E1EF-C29A-7F362678A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2282269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627B7-BCF5-1080-A2D6-7C1D47416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7030B3-7A9A-6965-6B45-72F5D8690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E753B-85AC-86FC-2C47-8CA3A73C2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0440064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7E250-0C52-7A03-B63E-955FD77F0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2F4C3-94A3-411F-847F-27FA5B939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47D17D-8C3D-B0BA-3530-6982947B8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707189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0CCF5-A998-EDE5-7F06-41F91FCB9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238EE6-E4C9-1FDD-A06C-75124832E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F247E-EFA2-1E9A-FCD4-D455F06BD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9547531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A99A6-603F-68B3-A66F-BECE8B067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499FC-9695-7845-4BA7-FA702087E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27EEF-025D-E08E-038B-28EB6D385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379735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EB180-478C-8F66-099C-41594EAFD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AC59C-4CD4-2DF9-9F3E-E2311AEC5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19894-E93E-866A-B6B6-0B63A4FDE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2313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A5298-D3DD-5FF4-89C4-CD0EA68E8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1F0EB-ACD2-8E4E-D116-9B0FC14BA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A0426-D331-B25B-FC71-5F538E61A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0771487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93739-E640-A70C-CB42-B2F0002A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7DA31-2B83-7E9C-DCC3-AAABCBFAB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F2F03-24FB-368F-E724-202EADA9D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1043402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3ABF1-2E34-6099-9891-CC35623E8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33A1BC-57E7-535E-2D3B-385FAB686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2C18B-C865-B2B1-C6FE-889DF7DC8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7005167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172F9-D1A4-3E76-2A59-0F51B2BAD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EF9226-67CC-34E3-0ADB-53074E3F2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B3D0FD-857F-E0DB-FE50-D9ED26137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60552367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0B767-35C6-2FFA-61D6-550785C36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D5E42-CB7C-FB34-4869-BD96591EF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EC284-494E-3C8A-34B3-9364870DC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9304235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B3FAE-7BDA-9DEF-4B97-BFF2B4614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FD990-9AD2-69D2-64D5-5F9016BE4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C3621-8CB4-5F8D-41B0-164782952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2434520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4A545-2CE5-3235-CACB-3B4474079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438E8-6AE2-C026-DCBD-CD090DDB5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AC65E-C57E-14AB-8695-8BD41CE29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>
              <a:latin typeface="FlandersArtSans-Regular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07895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B4B21-3748-7F0B-F45E-A727A21A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3CA33-5D14-980A-84C4-3A6859730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B0D10-C69F-0E13-F2D9-65EAC1E12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sz="1500" dirty="0">
              <a:latin typeface="FlandersArtSans-Regular" panose="00000500000000000000" pitchFamily="2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736784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83EB2-403E-3C86-BC90-9FF774229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800E7-B509-0CAA-C239-D29216332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D4C98-00B6-061A-451F-18AF5DF35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57358273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78A4F-575E-1620-8F91-080CEDCC0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5383D-542D-397A-DAEC-4B0C32288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BB40C-EDA6-869A-D04A-A88389D9E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sz="1500" dirty="0">
              <a:latin typeface="FlandersArtSans-Regular" panose="00000500000000000000" pitchFamily="2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223246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67E0-F6F8-2F2C-77DD-C497E87DF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F6B78-732E-E5F4-90BA-E599E4CD1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E858EA-ABD9-8B51-F4A2-E7024BEBE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9844238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1820E-8422-997D-0F72-4196B8463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723F3-8689-A997-87E4-E358535E4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D27552-B7F6-DD2B-0B57-6513B0BC6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3007417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9F018-5F67-F866-F8AF-DD326DD50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16F7AB-547C-E5D2-F53B-95C1FF40E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A527F-B9AF-C973-0784-AB699EE9C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06898203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B6002-D306-81D7-1ED6-686C75EF4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2C70E-64E0-BC4F-5A78-F2421C518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2BD62-34B5-6B3B-570F-310195E65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9321763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3D8F2-FF15-0E91-2980-8436770C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501CC-544E-BA8A-89D8-69ACCE5F5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2CC84-9736-870D-9442-744AA2347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9487946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B6386-1131-B62C-DB5E-B76E0C80D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65C2E-565B-947C-2DDF-98D698542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468C08-0F04-3801-C51B-DAA66C004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2726230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445A5-302B-A381-D140-363C32D3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97ABE-FE78-58C5-250B-6A26453F6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864BA1-B5FD-FC04-1A26-B8F803ADB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4696054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8709-FD71-80FF-35B4-0D1BE0C84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4099D-FC34-DFE8-20A1-B299946C2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82EB7-15A9-B971-72B0-8710928EE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3538130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C0D2B-792F-10FE-D3A0-A8DBDC535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D5E9C9-2886-F228-C175-58B630A74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42205A-660C-3BB2-B057-929F187C2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3758456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916CB-0120-3C59-1F1B-A5D62EBD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1AD9A-AE90-5389-4C59-7F4B3A63B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CA451-A6F7-0291-A767-6F1206269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0532138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B0F17-C447-F49A-F110-49D5983CB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13F973-97DF-B5E7-6308-758A14384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C90A86-4396-232E-6886-A78878589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08574805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7FDFE-348B-4748-6B9B-FCF858C6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4134C-DA59-544D-F01A-FEA53C967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A2F11-20D9-119E-AA65-A3551CC2A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4382032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DFDA2-6E7A-04A6-86C6-8931AADA3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38F0CD-77AF-5D94-0671-65D147FC3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85C2F-33F6-1EFB-AC8B-EB58C9B0D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60251010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C174-FE27-BEA5-B9B0-7966D881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CF2F3-8590-A1F0-0D53-568FD233B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4A5AC-C847-58F2-89DC-6FDCFF643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1562563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39755-4F8C-D895-1365-BD11020D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2B29C-5953-77B4-7741-BA23E0D3E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E2AEB-1B58-458B-0D38-F82D601D9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1517335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26B35-973A-7F0D-B4F2-D10656B60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74C97-D6E8-9C5A-8087-DD77E6C86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5DD176-8A8F-71DA-A6F7-FE605DB9F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4719246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2E7B2-3797-172A-61A9-332B993A7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19C3F1-5D2F-C5D2-E71D-280D7F18F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18B3C-B5E0-D440-C752-94C621A2B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8461147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B013-080F-B1FC-42F8-5D90C61BE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1A9014-EF54-2203-DB95-A6AAC1B46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6F4BB-6261-AF95-ED4B-FAA4702F3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8415163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F4AC5-4D47-3482-298E-CC5C4C9E7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8EFF5-C14C-C4A1-0BF5-39EE37184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28B61C-0070-96EF-B9C2-9F384FB97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6558642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BA8BE-6BDE-43CE-303F-986297B10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D67A8-97A9-C6FF-3BEE-33EFC65A4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0F0A1-0B2D-C3C1-42FE-CC5D996BA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30927423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93738" y="1143000"/>
            <a:ext cx="5470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7342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bg>
      <p:bgPr>
        <a:solidFill>
          <a:srgbClr val="006D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74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">
            <a:extLst>
              <a:ext uri="{FF2B5EF4-FFF2-40B4-BE49-F238E27FC236}">
                <a16:creationId xmlns:a16="http://schemas.microsoft.com/office/drawing/2014/main" id="{5968C43F-E92F-0AA7-9BDB-D9E2596390AE}"/>
              </a:ext>
            </a:extLst>
          </p:cNvPr>
          <p:cNvSpPr>
            <a:spLocks/>
          </p:cNvSpPr>
          <p:nvPr userDrawn="1"/>
        </p:nvSpPr>
        <p:spPr>
          <a:xfrm rot="10800000">
            <a:off x="8280000" y="0"/>
            <a:ext cx="5760000" cy="7920038"/>
          </a:xfrm>
          <a:custGeom>
            <a:avLst/>
            <a:gdLst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3240432 w 5774552"/>
              <a:gd name="csY4" fmla="*/ 7905745 h 7920038"/>
              <a:gd name="csX5" fmla="*/ 0 w 5774552"/>
              <a:gd name="csY5" fmla="*/ 7920038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0 w 5774552"/>
              <a:gd name="csY4" fmla="*/ 7920038 h 7920038"/>
              <a:gd name="csX5" fmla="*/ 0 w 5774552"/>
              <a:gd name="csY5" fmla="*/ 0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0 w 5774552"/>
              <a:gd name="csY3" fmla="*/ 7920038 h 7920038"/>
              <a:gd name="csX4" fmla="*/ 0 w 5774552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74552" h="7920038">
                <a:moveTo>
                  <a:pt x="0" y="0"/>
                </a:moveTo>
                <a:lnTo>
                  <a:pt x="3240432" y="0"/>
                </a:lnTo>
                <a:lnTo>
                  <a:pt x="5774552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8F431040-249A-F122-1CDF-1CB26125C472}"/>
              </a:ext>
            </a:extLst>
          </p:cNvPr>
          <p:cNvSpPr>
            <a:spLocks/>
          </p:cNvSpPr>
          <p:nvPr userDrawn="1"/>
        </p:nvSpPr>
        <p:spPr>
          <a:xfrm rot="10800000">
            <a:off x="11520487" y="0"/>
            <a:ext cx="2519361" cy="792003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nl-BE" dirty="0">
              <a:latin typeface="FlandersArtSerif-Light" panose="00000400000000000000" pitchFamily="2" charset="0"/>
            </a:endParaRPr>
          </a:p>
        </p:txBody>
      </p:sp>
      <p:pic>
        <p:nvPicPr>
          <p:cNvPr id="10" name="ABB">
            <a:extLst>
              <a:ext uri="{FF2B5EF4-FFF2-40B4-BE49-F238E27FC236}">
                <a16:creationId xmlns:a16="http://schemas.microsoft.com/office/drawing/2014/main" id="{2BEF70FE-09F2-95AD-476A-7E82EBD63E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939" y="4288500"/>
            <a:ext cx="7200099" cy="29124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C406320-834F-9840-DEAD-63391CDBA4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40989" y="719138"/>
            <a:ext cx="3608556" cy="142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5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3">
    <p:bg>
      <p:bgPr>
        <a:solidFill>
          <a:srgbClr val="006D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65A1445F-8E73-9B6C-1E20-45E422FC7DD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6840000" cy="7920038"/>
          </a:xfrm>
          <a:custGeom>
            <a:avLst/>
            <a:gdLst>
              <a:gd name="csX0" fmla="*/ 0 w 6840000"/>
              <a:gd name="csY0" fmla="*/ 0 h 7920038"/>
              <a:gd name="csX1" fmla="*/ 1080000 w 6840000"/>
              <a:gd name="csY1" fmla="*/ 0 h 7920038"/>
              <a:gd name="csX2" fmla="*/ 2879725 w 6840000"/>
              <a:gd name="csY2" fmla="*/ 0 h 7920038"/>
              <a:gd name="csX3" fmla="*/ 4312266 w 6840000"/>
              <a:gd name="csY3" fmla="*/ 0 h 7920038"/>
              <a:gd name="csX4" fmla="*/ 6840000 w 6840000"/>
              <a:gd name="csY4" fmla="*/ 7920038 h 7920038"/>
              <a:gd name="csX5" fmla="*/ 2879725 w 6840000"/>
              <a:gd name="csY5" fmla="*/ 7920038 h 7920038"/>
              <a:gd name="csX6" fmla="*/ 1080000 w 6840000"/>
              <a:gd name="csY6" fmla="*/ 7920038 h 7920038"/>
              <a:gd name="csX7" fmla="*/ 0 w 6840000"/>
              <a:gd name="csY7" fmla="*/ 7920038 h 7920038"/>
              <a:gd name="csX0" fmla="*/ 0 w 6840000"/>
              <a:gd name="csY0" fmla="*/ 0 h 7920038"/>
              <a:gd name="csX1" fmla="*/ 1080000 w 6840000"/>
              <a:gd name="csY1" fmla="*/ 0 h 7920038"/>
              <a:gd name="csX2" fmla="*/ 2879725 w 6840000"/>
              <a:gd name="csY2" fmla="*/ 0 h 7920038"/>
              <a:gd name="csX3" fmla="*/ 4312266 w 6840000"/>
              <a:gd name="csY3" fmla="*/ 0 h 7920038"/>
              <a:gd name="csX4" fmla="*/ 6840000 w 6840000"/>
              <a:gd name="csY4" fmla="*/ 7920038 h 7920038"/>
              <a:gd name="csX5" fmla="*/ 2879725 w 6840000"/>
              <a:gd name="csY5" fmla="*/ 7920038 h 7920038"/>
              <a:gd name="csX6" fmla="*/ 0 w 6840000"/>
              <a:gd name="csY6" fmla="*/ 7920038 h 7920038"/>
              <a:gd name="csX7" fmla="*/ 0 w 6840000"/>
              <a:gd name="csY7" fmla="*/ 0 h 7920038"/>
              <a:gd name="csX0" fmla="*/ 0 w 6840000"/>
              <a:gd name="csY0" fmla="*/ 0 h 7920038"/>
              <a:gd name="csX1" fmla="*/ 1080000 w 6840000"/>
              <a:gd name="csY1" fmla="*/ 0 h 7920038"/>
              <a:gd name="csX2" fmla="*/ 2879725 w 6840000"/>
              <a:gd name="csY2" fmla="*/ 0 h 7920038"/>
              <a:gd name="csX3" fmla="*/ 4312266 w 6840000"/>
              <a:gd name="csY3" fmla="*/ 0 h 7920038"/>
              <a:gd name="csX4" fmla="*/ 6840000 w 6840000"/>
              <a:gd name="csY4" fmla="*/ 7920038 h 7920038"/>
              <a:gd name="csX5" fmla="*/ 0 w 6840000"/>
              <a:gd name="csY5" fmla="*/ 7920038 h 7920038"/>
              <a:gd name="csX6" fmla="*/ 0 w 6840000"/>
              <a:gd name="csY6" fmla="*/ 0 h 7920038"/>
              <a:gd name="csX0" fmla="*/ 0 w 6840000"/>
              <a:gd name="csY0" fmla="*/ 0 h 7920038"/>
              <a:gd name="csX1" fmla="*/ 2879725 w 6840000"/>
              <a:gd name="csY1" fmla="*/ 0 h 7920038"/>
              <a:gd name="csX2" fmla="*/ 4312266 w 6840000"/>
              <a:gd name="csY2" fmla="*/ 0 h 7920038"/>
              <a:gd name="csX3" fmla="*/ 6840000 w 6840000"/>
              <a:gd name="csY3" fmla="*/ 7920038 h 7920038"/>
              <a:gd name="csX4" fmla="*/ 0 w 6840000"/>
              <a:gd name="csY4" fmla="*/ 7920038 h 7920038"/>
              <a:gd name="csX5" fmla="*/ 0 w 6840000"/>
              <a:gd name="csY5" fmla="*/ 0 h 7920038"/>
              <a:gd name="csX0" fmla="*/ 0 w 6840000"/>
              <a:gd name="csY0" fmla="*/ 0 h 7920038"/>
              <a:gd name="csX1" fmla="*/ 4312266 w 6840000"/>
              <a:gd name="csY1" fmla="*/ 0 h 7920038"/>
              <a:gd name="csX2" fmla="*/ 6840000 w 6840000"/>
              <a:gd name="csY2" fmla="*/ 7920038 h 7920038"/>
              <a:gd name="csX3" fmla="*/ 0 w 6840000"/>
              <a:gd name="csY3" fmla="*/ 7920038 h 7920038"/>
              <a:gd name="csX4" fmla="*/ 0 w 6840000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840000" h="7920038">
                <a:moveTo>
                  <a:pt x="0" y="0"/>
                </a:moveTo>
                <a:lnTo>
                  <a:pt x="4312266" y="0"/>
                </a:lnTo>
                <a:lnTo>
                  <a:pt x="6840000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763ACA10-7D14-CAE5-0934-A9C7D6B3CA0D}"/>
              </a:ext>
            </a:extLst>
          </p:cNvPr>
          <p:cNvSpPr>
            <a:spLocks/>
          </p:cNvSpPr>
          <p:nvPr userDrawn="1"/>
        </p:nvSpPr>
        <p:spPr>
          <a:xfrm rot="10800000">
            <a:off x="8280000" y="0"/>
            <a:ext cx="5760000" cy="7920038"/>
          </a:xfrm>
          <a:custGeom>
            <a:avLst/>
            <a:gdLst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3240432 w 5774552"/>
              <a:gd name="csY4" fmla="*/ 7905745 h 7920038"/>
              <a:gd name="csX5" fmla="*/ 0 w 5774552"/>
              <a:gd name="csY5" fmla="*/ 7920038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0 w 5774552"/>
              <a:gd name="csY4" fmla="*/ 7920038 h 7920038"/>
              <a:gd name="csX5" fmla="*/ 0 w 5774552"/>
              <a:gd name="csY5" fmla="*/ 0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0 w 5774552"/>
              <a:gd name="csY3" fmla="*/ 7920038 h 7920038"/>
              <a:gd name="csX4" fmla="*/ 0 w 5774552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74552" h="7920038">
                <a:moveTo>
                  <a:pt x="0" y="0"/>
                </a:moveTo>
                <a:lnTo>
                  <a:pt x="3240432" y="0"/>
                </a:lnTo>
                <a:lnTo>
                  <a:pt x="5774552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nl-BE" dirty="0">
              <a:effectLst>
                <a:outerShdw blurRad="50800" dist="50800" dir="5400000" algn="ctr" rotWithShape="0">
                  <a:schemeClr val="bg1"/>
                </a:outerShdw>
              </a:effectLst>
              <a:latin typeface="FlandersArtSerif-Light" panose="00000400000000000000" pitchFamily="2" charset="0"/>
            </a:endParaRPr>
          </a:p>
        </p:txBody>
      </p:sp>
      <p:sp>
        <p:nvSpPr>
          <p:cNvPr id="10" name="#">
            <a:extLst>
              <a:ext uri="{FF2B5EF4-FFF2-40B4-BE49-F238E27FC236}">
                <a16:creationId xmlns:a16="http://schemas.microsoft.com/office/drawing/2014/main" id="{A8A6F621-7E5A-3E03-BCA1-029E47BD86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39987" y="571356"/>
            <a:ext cx="5760001" cy="873161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ctr" defTabSz="1080000">
              <a:lnSpc>
                <a:spcPct val="120000"/>
              </a:lnSpc>
              <a:spcBef>
                <a:spcPts val="0"/>
              </a:spcBef>
              <a:spcAft>
                <a:spcPts val="2000"/>
              </a:spcAft>
              <a:buFont typeface="Flanders Art Sans"/>
              <a:buNone/>
              <a:tabLst/>
              <a:defRPr sz="70000" b="0" i="0" baseline="0">
                <a:solidFill>
                  <a:schemeClr val="accent1">
                    <a:alpha val="50000"/>
                  </a:schemeClr>
                </a:solidFill>
                <a:latin typeface="FlandersArtSerif-Light" panose="00000400000000000000" pitchFamily="2" charset="0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/>
            <a:r>
              <a:rPr lang="nl-BE" dirty="0"/>
              <a:t>1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B5978129-869A-D3F0-560E-E1C31A8DBE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7" y="719139"/>
            <a:ext cx="6120863" cy="648176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lnSpc>
                <a:spcPct val="75000"/>
              </a:lnSpc>
              <a:defRPr sz="7500" b="1">
                <a:latin typeface="FlandersArtSerif-Light" panose="00000400000000000000" pitchFamily="2" charset="0"/>
              </a:defRPr>
            </a:lvl1pPr>
          </a:lstStyle>
          <a:p>
            <a:r>
              <a:rPr lang="nl-BE" dirty="0"/>
              <a:t>HOOFD</a:t>
            </a:r>
            <a:br>
              <a:rPr lang="nl-BE" dirty="0"/>
            </a:br>
            <a:r>
              <a:rPr lang="nl-BE" dirty="0"/>
              <a:t>STUK MET NR.</a:t>
            </a:r>
          </a:p>
        </p:txBody>
      </p:sp>
      <p:pic>
        <p:nvPicPr>
          <p:cNvPr id="2" name="ABB">
            <a:extLst>
              <a:ext uri="{FF2B5EF4-FFF2-40B4-BE49-F238E27FC236}">
                <a16:creationId xmlns:a16="http://schemas.microsoft.com/office/drawing/2014/main" id="{E9C7DC3B-99C3-6810-EE33-90288D735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363" y="719138"/>
            <a:ext cx="1800000" cy="72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233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oofdstuk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FAB8C9FB-4417-F59F-57A6-324DF26BF9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7" y="1709719"/>
            <a:ext cx="9721851" cy="360048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lnSpc>
                <a:spcPct val="85000"/>
              </a:lnSpc>
              <a:defRPr sz="6000" b="1">
                <a:solidFill>
                  <a:schemeClr val="bg1"/>
                </a:solidFill>
                <a:latin typeface="FlandersArtSerif-Light" panose="00000400000000000000" pitchFamily="2" charset="0"/>
              </a:defRPr>
            </a:lvl1pPr>
          </a:lstStyle>
          <a:p>
            <a:r>
              <a:rPr lang="nl-BE" dirty="0"/>
              <a:t>Hoofdstuk titel  </a:t>
            </a:r>
          </a:p>
        </p:txBody>
      </p:sp>
      <p:pic>
        <p:nvPicPr>
          <p:cNvPr id="11" name="ABB">
            <a:extLst>
              <a:ext uri="{FF2B5EF4-FFF2-40B4-BE49-F238E27FC236}">
                <a16:creationId xmlns:a16="http://schemas.microsoft.com/office/drawing/2014/main" id="{A52985D7-C095-2A6C-C39E-4367161388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363" y="719138"/>
            <a:ext cx="1800000" cy="728090"/>
          </a:xfrm>
          <a:prstGeom prst="rect">
            <a:avLst/>
          </a:prstGeom>
        </p:spPr>
      </p:pic>
      <p:sp>
        <p:nvSpPr>
          <p:cNvPr id="12" name="Tijdelijke aanduiding voor tekst 10">
            <a:extLst>
              <a:ext uri="{FF2B5EF4-FFF2-40B4-BE49-F238E27FC236}">
                <a16:creationId xmlns:a16="http://schemas.microsoft.com/office/drawing/2014/main" id="{8B19AFFC-A00F-9457-4BA9-611317DC2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138" y="5536405"/>
            <a:ext cx="9721849" cy="1664495"/>
          </a:xfrm>
          <a:prstGeom prst="rect">
            <a:avLst/>
          </a:prstGeom>
        </p:spPr>
        <p:txBody>
          <a:bodyPr lIns="0" tIns="0" rIns="0" bIns="0"/>
          <a:lstStyle>
            <a:lvl1pPr marL="7938" indent="0">
              <a:lnSpc>
                <a:spcPct val="80000"/>
              </a:lnSpc>
              <a:buNone/>
              <a:tabLst/>
              <a:defRPr lang="nl-NL" sz="4000" b="0" kern="1200" baseline="0" dirty="0" smtClean="0">
                <a:solidFill>
                  <a:srgbClr val="F0EEEC"/>
                </a:solidFill>
                <a:latin typeface="FlandersArtSans-Regular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nl-BE" dirty="0"/>
              <a:t>Ondertitel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8838D27C-103F-E2C9-A84D-284AEED9AC61}"/>
              </a:ext>
            </a:extLst>
          </p:cNvPr>
          <p:cNvSpPr>
            <a:spLocks/>
          </p:cNvSpPr>
          <p:nvPr userDrawn="1"/>
        </p:nvSpPr>
        <p:spPr>
          <a:xfrm rot="10800000">
            <a:off x="11695712" y="-462455"/>
            <a:ext cx="5760000" cy="7920038"/>
          </a:xfrm>
          <a:custGeom>
            <a:avLst/>
            <a:gdLst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3240432 w 5774552"/>
              <a:gd name="csY4" fmla="*/ 7905745 h 7920038"/>
              <a:gd name="csX5" fmla="*/ 0 w 5774552"/>
              <a:gd name="csY5" fmla="*/ 7920038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0 w 5774552"/>
              <a:gd name="csY4" fmla="*/ 7920038 h 7920038"/>
              <a:gd name="csX5" fmla="*/ 0 w 5774552"/>
              <a:gd name="csY5" fmla="*/ 0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0 w 5774552"/>
              <a:gd name="csY3" fmla="*/ 7920038 h 7920038"/>
              <a:gd name="csX4" fmla="*/ 0 w 5774552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74552" h="7920038">
                <a:moveTo>
                  <a:pt x="0" y="0"/>
                </a:moveTo>
                <a:lnTo>
                  <a:pt x="3240432" y="0"/>
                </a:lnTo>
                <a:lnTo>
                  <a:pt x="5774552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2540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54BB5A3-5E4A-C5C3-0D71-57C0BA2491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0487" y="719137"/>
            <a:ext cx="2529057" cy="99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81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oofdstuk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">
            <a:extLst>
              <a:ext uri="{FF2B5EF4-FFF2-40B4-BE49-F238E27FC236}">
                <a16:creationId xmlns:a16="http://schemas.microsoft.com/office/drawing/2014/main" id="{E9A84D3D-7828-72CF-D84C-D4C666197C3F}"/>
              </a:ext>
            </a:extLst>
          </p:cNvPr>
          <p:cNvSpPr>
            <a:spLocks/>
          </p:cNvSpPr>
          <p:nvPr userDrawn="1"/>
        </p:nvSpPr>
        <p:spPr>
          <a:xfrm>
            <a:off x="4409577" y="0"/>
            <a:ext cx="6840000" cy="7920038"/>
          </a:xfrm>
          <a:custGeom>
            <a:avLst/>
            <a:gdLst>
              <a:gd name="csX0" fmla="*/ 0 w 6840000"/>
              <a:gd name="csY0" fmla="*/ 0 h 7920038"/>
              <a:gd name="csX1" fmla="*/ 1080000 w 6840000"/>
              <a:gd name="csY1" fmla="*/ 0 h 7920038"/>
              <a:gd name="csX2" fmla="*/ 2879725 w 6840000"/>
              <a:gd name="csY2" fmla="*/ 0 h 7920038"/>
              <a:gd name="csX3" fmla="*/ 4312266 w 6840000"/>
              <a:gd name="csY3" fmla="*/ 0 h 7920038"/>
              <a:gd name="csX4" fmla="*/ 6840000 w 6840000"/>
              <a:gd name="csY4" fmla="*/ 7920038 h 7920038"/>
              <a:gd name="csX5" fmla="*/ 2879725 w 6840000"/>
              <a:gd name="csY5" fmla="*/ 7920038 h 7920038"/>
              <a:gd name="csX6" fmla="*/ 1080000 w 6840000"/>
              <a:gd name="csY6" fmla="*/ 7920038 h 7920038"/>
              <a:gd name="csX7" fmla="*/ 0 w 6840000"/>
              <a:gd name="csY7" fmla="*/ 7920038 h 7920038"/>
              <a:gd name="csX0" fmla="*/ 0 w 6840000"/>
              <a:gd name="csY0" fmla="*/ 0 h 7920038"/>
              <a:gd name="csX1" fmla="*/ 1080000 w 6840000"/>
              <a:gd name="csY1" fmla="*/ 0 h 7920038"/>
              <a:gd name="csX2" fmla="*/ 2879725 w 6840000"/>
              <a:gd name="csY2" fmla="*/ 0 h 7920038"/>
              <a:gd name="csX3" fmla="*/ 4312266 w 6840000"/>
              <a:gd name="csY3" fmla="*/ 0 h 7920038"/>
              <a:gd name="csX4" fmla="*/ 6840000 w 6840000"/>
              <a:gd name="csY4" fmla="*/ 7920038 h 7920038"/>
              <a:gd name="csX5" fmla="*/ 2879725 w 6840000"/>
              <a:gd name="csY5" fmla="*/ 7920038 h 7920038"/>
              <a:gd name="csX6" fmla="*/ 0 w 6840000"/>
              <a:gd name="csY6" fmla="*/ 7920038 h 7920038"/>
              <a:gd name="csX7" fmla="*/ 0 w 6840000"/>
              <a:gd name="csY7" fmla="*/ 0 h 7920038"/>
              <a:gd name="csX0" fmla="*/ 0 w 6840000"/>
              <a:gd name="csY0" fmla="*/ 0 h 7920038"/>
              <a:gd name="csX1" fmla="*/ 1080000 w 6840000"/>
              <a:gd name="csY1" fmla="*/ 0 h 7920038"/>
              <a:gd name="csX2" fmla="*/ 2879725 w 6840000"/>
              <a:gd name="csY2" fmla="*/ 0 h 7920038"/>
              <a:gd name="csX3" fmla="*/ 4312266 w 6840000"/>
              <a:gd name="csY3" fmla="*/ 0 h 7920038"/>
              <a:gd name="csX4" fmla="*/ 6840000 w 6840000"/>
              <a:gd name="csY4" fmla="*/ 7920038 h 7920038"/>
              <a:gd name="csX5" fmla="*/ 0 w 6840000"/>
              <a:gd name="csY5" fmla="*/ 7920038 h 7920038"/>
              <a:gd name="csX6" fmla="*/ 0 w 6840000"/>
              <a:gd name="csY6" fmla="*/ 0 h 7920038"/>
              <a:gd name="csX0" fmla="*/ 0 w 6840000"/>
              <a:gd name="csY0" fmla="*/ 0 h 7920038"/>
              <a:gd name="csX1" fmla="*/ 2879725 w 6840000"/>
              <a:gd name="csY1" fmla="*/ 0 h 7920038"/>
              <a:gd name="csX2" fmla="*/ 4312266 w 6840000"/>
              <a:gd name="csY2" fmla="*/ 0 h 7920038"/>
              <a:gd name="csX3" fmla="*/ 6840000 w 6840000"/>
              <a:gd name="csY3" fmla="*/ 7920038 h 7920038"/>
              <a:gd name="csX4" fmla="*/ 0 w 6840000"/>
              <a:gd name="csY4" fmla="*/ 7920038 h 7920038"/>
              <a:gd name="csX5" fmla="*/ 0 w 6840000"/>
              <a:gd name="csY5" fmla="*/ 0 h 7920038"/>
              <a:gd name="csX0" fmla="*/ 0 w 6840000"/>
              <a:gd name="csY0" fmla="*/ 0 h 7920038"/>
              <a:gd name="csX1" fmla="*/ 4312266 w 6840000"/>
              <a:gd name="csY1" fmla="*/ 0 h 7920038"/>
              <a:gd name="csX2" fmla="*/ 6840000 w 6840000"/>
              <a:gd name="csY2" fmla="*/ 7920038 h 7920038"/>
              <a:gd name="csX3" fmla="*/ 0 w 6840000"/>
              <a:gd name="csY3" fmla="*/ 7920038 h 7920038"/>
              <a:gd name="csX4" fmla="*/ 0 w 6840000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840000" h="7920038">
                <a:moveTo>
                  <a:pt x="0" y="0"/>
                </a:moveTo>
                <a:lnTo>
                  <a:pt x="4312266" y="0"/>
                </a:lnTo>
                <a:lnTo>
                  <a:pt x="6840000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A3299DF6-DE0F-99A7-83C5-23EDAE44F606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6840000" cy="7920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FAB8C9FB-4417-F59F-57A6-324DF26BF9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7" y="1529695"/>
            <a:ext cx="9721851" cy="3780504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lnSpc>
                <a:spcPct val="85000"/>
              </a:lnSpc>
              <a:defRPr sz="6000" b="1">
                <a:latin typeface="FlandersArtSerif-Light" panose="00000400000000000000" pitchFamily="2" charset="0"/>
              </a:defRPr>
            </a:lvl1pPr>
          </a:lstStyle>
          <a:p>
            <a:r>
              <a:rPr lang="nl-BE" dirty="0"/>
              <a:t>Hoofdstuk titel  </a:t>
            </a:r>
          </a:p>
        </p:txBody>
      </p:sp>
      <p:pic>
        <p:nvPicPr>
          <p:cNvPr id="11" name="ABB">
            <a:extLst>
              <a:ext uri="{FF2B5EF4-FFF2-40B4-BE49-F238E27FC236}">
                <a16:creationId xmlns:a16="http://schemas.microsoft.com/office/drawing/2014/main" id="{A52985D7-C095-2A6C-C39E-4367161388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363" y="719138"/>
            <a:ext cx="1800000" cy="728090"/>
          </a:xfrm>
          <a:prstGeom prst="rect">
            <a:avLst/>
          </a:prstGeom>
        </p:spPr>
      </p:pic>
      <p:sp>
        <p:nvSpPr>
          <p:cNvPr id="12" name="Tijdelijke aanduiding voor tekst 10">
            <a:extLst>
              <a:ext uri="{FF2B5EF4-FFF2-40B4-BE49-F238E27FC236}">
                <a16:creationId xmlns:a16="http://schemas.microsoft.com/office/drawing/2014/main" id="{8B19AFFC-A00F-9457-4BA9-611317DC2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886" y="5536405"/>
            <a:ext cx="9721849" cy="1664495"/>
          </a:xfrm>
          <a:prstGeom prst="rect">
            <a:avLst/>
          </a:prstGeom>
        </p:spPr>
        <p:txBody>
          <a:bodyPr lIns="0" tIns="0" rIns="0" bIns="0"/>
          <a:lstStyle>
            <a:lvl1pPr marL="7938" indent="0">
              <a:lnSpc>
                <a:spcPct val="80000"/>
              </a:lnSpc>
              <a:buNone/>
              <a:tabLst/>
              <a:defRPr lang="nl-NL" sz="4000" b="0" kern="1200" baseline="0" dirty="0" smtClean="0">
                <a:solidFill>
                  <a:srgbClr val="6D6D6D"/>
                </a:solidFill>
                <a:latin typeface="FlandersArtSans-Regular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nl-BE" dirty="0"/>
              <a:t>Ondertitel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B19FBF21-29D1-9CAD-920F-659288549D31}"/>
              </a:ext>
            </a:extLst>
          </p:cNvPr>
          <p:cNvSpPr>
            <a:spLocks/>
          </p:cNvSpPr>
          <p:nvPr userDrawn="1"/>
        </p:nvSpPr>
        <p:spPr>
          <a:xfrm rot="10800000">
            <a:off x="11695712" y="-462455"/>
            <a:ext cx="5760000" cy="7920038"/>
          </a:xfrm>
          <a:custGeom>
            <a:avLst/>
            <a:gdLst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3240432 w 5774552"/>
              <a:gd name="csY4" fmla="*/ 7905745 h 7920038"/>
              <a:gd name="csX5" fmla="*/ 0 w 5774552"/>
              <a:gd name="csY5" fmla="*/ 7920038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0 w 5774552"/>
              <a:gd name="csY4" fmla="*/ 7920038 h 7920038"/>
              <a:gd name="csX5" fmla="*/ 0 w 5774552"/>
              <a:gd name="csY5" fmla="*/ 0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0 w 5774552"/>
              <a:gd name="csY3" fmla="*/ 7920038 h 7920038"/>
              <a:gd name="csX4" fmla="*/ 0 w 5774552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74552" h="7920038">
                <a:moveTo>
                  <a:pt x="0" y="0"/>
                </a:moveTo>
                <a:lnTo>
                  <a:pt x="3240432" y="0"/>
                </a:lnTo>
                <a:lnTo>
                  <a:pt x="5774552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2540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702F6CB-4B52-9A7A-E946-34C655B037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0487" y="719137"/>
            <a:ext cx="2529057" cy="99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7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oofdstuk 6 (met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50554B3F-9ACD-40AE-11C5-979D04E26FF3}"/>
              </a:ext>
            </a:extLst>
          </p:cNvPr>
          <p:cNvSpPr/>
          <p:nvPr userDrawn="1"/>
        </p:nvSpPr>
        <p:spPr>
          <a:xfrm>
            <a:off x="7199313" y="-1"/>
            <a:ext cx="6840536" cy="7920039"/>
          </a:xfrm>
          <a:custGeom>
            <a:avLst/>
            <a:gdLst>
              <a:gd name="csX0" fmla="*/ 1989009 w 6840536"/>
              <a:gd name="csY0" fmla="*/ 0 h 7929182"/>
              <a:gd name="csX1" fmla="*/ 6840536 w 6840536"/>
              <a:gd name="csY1" fmla="*/ 9144 h 7929182"/>
              <a:gd name="csX2" fmla="*/ 6840536 w 6840536"/>
              <a:gd name="csY2" fmla="*/ 7929182 h 7929182"/>
              <a:gd name="csX3" fmla="*/ 2519361 w 6840536"/>
              <a:gd name="csY3" fmla="*/ 7929182 h 7929182"/>
              <a:gd name="csX4" fmla="*/ 2519361 w 6840536"/>
              <a:gd name="csY4" fmla="*/ 7929181 h 7929182"/>
              <a:gd name="csX5" fmla="*/ 0 w 6840536"/>
              <a:gd name="csY5" fmla="*/ 9143 h 7929182"/>
              <a:gd name="csX6" fmla="*/ 1989621 w 6840536"/>
              <a:gd name="csY6" fmla="*/ 9143 h 7929182"/>
              <a:gd name="csX0" fmla="*/ 1989621 w 6840536"/>
              <a:gd name="csY0" fmla="*/ 0 h 7920039"/>
              <a:gd name="csX1" fmla="*/ 6840536 w 6840536"/>
              <a:gd name="csY1" fmla="*/ 1 h 7920039"/>
              <a:gd name="csX2" fmla="*/ 6840536 w 6840536"/>
              <a:gd name="csY2" fmla="*/ 7920039 h 7920039"/>
              <a:gd name="csX3" fmla="*/ 2519361 w 6840536"/>
              <a:gd name="csY3" fmla="*/ 7920039 h 7920039"/>
              <a:gd name="csX4" fmla="*/ 2519361 w 6840536"/>
              <a:gd name="csY4" fmla="*/ 7920038 h 7920039"/>
              <a:gd name="csX5" fmla="*/ 0 w 6840536"/>
              <a:gd name="csY5" fmla="*/ 0 h 7920039"/>
              <a:gd name="csX6" fmla="*/ 1989621 w 6840536"/>
              <a:gd name="csY6" fmla="*/ 0 h 7920039"/>
              <a:gd name="csX0" fmla="*/ 0 w 6840536"/>
              <a:gd name="csY0" fmla="*/ 0 h 7920039"/>
              <a:gd name="csX1" fmla="*/ 6840536 w 6840536"/>
              <a:gd name="csY1" fmla="*/ 1 h 7920039"/>
              <a:gd name="csX2" fmla="*/ 6840536 w 6840536"/>
              <a:gd name="csY2" fmla="*/ 7920039 h 7920039"/>
              <a:gd name="csX3" fmla="*/ 2519361 w 6840536"/>
              <a:gd name="csY3" fmla="*/ 7920039 h 7920039"/>
              <a:gd name="csX4" fmla="*/ 2519361 w 6840536"/>
              <a:gd name="csY4" fmla="*/ 7920038 h 7920039"/>
              <a:gd name="csX5" fmla="*/ 0 w 6840536"/>
              <a:gd name="csY5" fmla="*/ 0 h 7920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840536" h="7920039">
                <a:moveTo>
                  <a:pt x="0" y="0"/>
                </a:moveTo>
                <a:lnTo>
                  <a:pt x="6840536" y="1"/>
                </a:lnTo>
                <a:lnTo>
                  <a:pt x="6840536" y="7920039"/>
                </a:lnTo>
                <a:lnTo>
                  <a:pt x="2519361" y="7920039"/>
                </a:lnTo>
                <a:lnTo>
                  <a:pt x="2519361" y="792003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2" name="Picture">
            <a:extLst>
              <a:ext uri="{FF2B5EF4-FFF2-40B4-BE49-F238E27FC236}">
                <a16:creationId xmlns:a16="http://schemas.microsoft.com/office/drawing/2014/main" id="{71C273B4-FC61-D727-906D-89F0ABFD1C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59450" y="0"/>
            <a:ext cx="6840536" cy="7920000"/>
          </a:xfrm>
          <a:custGeom>
            <a:avLst/>
            <a:gdLst>
              <a:gd name="csX0" fmla="*/ 1989009 w 6840536"/>
              <a:gd name="csY0" fmla="*/ 0 h 7920000"/>
              <a:gd name="csX1" fmla="*/ 6820374 w 6840536"/>
              <a:gd name="csY1" fmla="*/ 9096 h 7920000"/>
              <a:gd name="csX2" fmla="*/ 4321176 w 6840536"/>
              <a:gd name="csY2" fmla="*/ 9096 h 7920000"/>
              <a:gd name="csX3" fmla="*/ 6840536 w 6840536"/>
              <a:gd name="csY3" fmla="*/ 7919959 h 7920000"/>
              <a:gd name="csX4" fmla="*/ 6840536 w 6840536"/>
              <a:gd name="csY4" fmla="*/ 7920000 h 7920000"/>
              <a:gd name="csX5" fmla="*/ 2519361 w 6840536"/>
              <a:gd name="csY5" fmla="*/ 7920000 h 7920000"/>
              <a:gd name="csX6" fmla="*/ 2519361 w 6840536"/>
              <a:gd name="csY6" fmla="*/ 7919999 h 7920000"/>
              <a:gd name="csX7" fmla="*/ 0 w 6840536"/>
              <a:gd name="csY7" fmla="*/ 9133 h 7920000"/>
              <a:gd name="csX8" fmla="*/ 1989621 w 6840536"/>
              <a:gd name="csY8" fmla="*/ 9133 h 7920000"/>
              <a:gd name="csX0" fmla="*/ 1989621 w 6840536"/>
              <a:gd name="csY0" fmla="*/ 37 h 7910904"/>
              <a:gd name="csX1" fmla="*/ 6820374 w 6840536"/>
              <a:gd name="csY1" fmla="*/ 0 h 7910904"/>
              <a:gd name="csX2" fmla="*/ 4321176 w 6840536"/>
              <a:gd name="csY2" fmla="*/ 0 h 7910904"/>
              <a:gd name="csX3" fmla="*/ 6840536 w 6840536"/>
              <a:gd name="csY3" fmla="*/ 7910863 h 7910904"/>
              <a:gd name="csX4" fmla="*/ 6840536 w 6840536"/>
              <a:gd name="csY4" fmla="*/ 7910904 h 7910904"/>
              <a:gd name="csX5" fmla="*/ 2519361 w 6840536"/>
              <a:gd name="csY5" fmla="*/ 7910904 h 7910904"/>
              <a:gd name="csX6" fmla="*/ 2519361 w 6840536"/>
              <a:gd name="csY6" fmla="*/ 7910903 h 7910904"/>
              <a:gd name="csX7" fmla="*/ 0 w 6840536"/>
              <a:gd name="csY7" fmla="*/ 37 h 7910904"/>
              <a:gd name="csX8" fmla="*/ 1989621 w 6840536"/>
              <a:gd name="csY8" fmla="*/ 37 h 7910904"/>
              <a:gd name="csX0" fmla="*/ 0 w 6840536"/>
              <a:gd name="csY0" fmla="*/ 37 h 7910904"/>
              <a:gd name="csX1" fmla="*/ 6820374 w 6840536"/>
              <a:gd name="csY1" fmla="*/ 0 h 7910904"/>
              <a:gd name="csX2" fmla="*/ 4321176 w 6840536"/>
              <a:gd name="csY2" fmla="*/ 0 h 7910904"/>
              <a:gd name="csX3" fmla="*/ 6840536 w 6840536"/>
              <a:gd name="csY3" fmla="*/ 7910863 h 7910904"/>
              <a:gd name="csX4" fmla="*/ 6840536 w 6840536"/>
              <a:gd name="csY4" fmla="*/ 7910904 h 7910904"/>
              <a:gd name="csX5" fmla="*/ 2519361 w 6840536"/>
              <a:gd name="csY5" fmla="*/ 7910904 h 7910904"/>
              <a:gd name="csX6" fmla="*/ 2519361 w 6840536"/>
              <a:gd name="csY6" fmla="*/ 7910903 h 7910904"/>
              <a:gd name="csX7" fmla="*/ 0 w 6840536"/>
              <a:gd name="csY7" fmla="*/ 37 h 7910904"/>
              <a:gd name="csX0" fmla="*/ 0 w 6840536"/>
              <a:gd name="csY0" fmla="*/ 37 h 7910904"/>
              <a:gd name="csX1" fmla="*/ 4321176 w 6840536"/>
              <a:gd name="csY1" fmla="*/ 0 h 7910904"/>
              <a:gd name="csX2" fmla="*/ 6840536 w 6840536"/>
              <a:gd name="csY2" fmla="*/ 7910863 h 7910904"/>
              <a:gd name="csX3" fmla="*/ 6840536 w 6840536"/>
              <a:gd name="csY3" fmla="*/ 7910904 h 7910904"/>
              <a:gd name="csX4" fmla="*/ 2519361 w 6840536"/>
              <a:gd name="csY4" fmla="*/ 7910904 h 7910904"/>
              <a:gd name="csX5" fmla="*/ 2519361 w 6840536"/>
              <a:gd name="csY5" fmla="*/ 7910903 h 7910904"/>
              <a:gd name="csX6" fmla="*/ 0 w 6840536"/>
              <a:gd name="csY6" fmla="*/ 37 h 7910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40536" h="7910904">
                <a:moveTo>
                  <a:pt x="0" y="37"/>
                </a:moveTo>
                <a:lnTo>
                  <a:pt x="4321176" y="0"/>
                </a:lnTo>
                <a:lnTo>
                  <a:pt x="6840536" y="7910863"/>
                </a:lnTo>
                <a:lnTo>
                  <a:pt x="6840536" y="7910904"/>
                </a:lnTo>
                <a:lnTo>
                  <a:pt x="2519361" y="7910904"/>
                </a:lnTo>
                <a:lnTo>
                  <a:pt x="2519361" y="7910903"/>
                </a:lnTo>
                <a:lnTo>
                  <a:pt x="0" y="37"/>
                </a:lnTo>
                <a:close/>
              </a:path>
            </a:pathLst>
          </a:custGeom>
        </p:spPr>
        <p:txBody>
          <a:bodyPr wrap="square" lIns="0" tIns="0" rIns="0" bIns="0">
            <a:noAutofit/>
          </a:bodyPr>
          <a:lstStyle>
            <a:lvl1pPr>
              <a:defRPr>
                <a:latin typeface="FlandersArtSerif-Light" panose="00000400000000000000" pitchFamily="2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pic>
        <p:nvPicPr>
          <p:cNvPr id="5" name="ABB">
            <a:extLst>
              <a:ext uri="{FF2B5EF4-FFF2-40B4-BE49-F238E27FC236}">
                <a16:creationId xmlns:a16="http://schemas.microsoft.com/office/drawing/2014/main" id="{F05D339C-4B3B-F70F-E20A-A5F308AE82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363" y="719138"/>
            <a:ext cx="1800000" cy="728090"/>
          </a:xfrm>
          <a:prstGeom prst="rect">
            <a:avLst/>
          </a:prstGeom>
        </p:spPr>
      </p:pic>
      <p:sp>
        <p:nvSpPr>
          <p:cNvPr id="10" name="Title">
            <a:extLst>
              <a:ext uri="{FF2B5EF4-FFF2-40B4-BE49-F238E27FC236}">
                <a16:creationId xmlns:a16="http://schemas.microsoft.com/office/drawing/2014/main" id="{2DACC359-0B61-7654-F634-5B2997CA7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8" y="1529695"/>
            <a:ext cx="5829944" cy="3780504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lnSpc>
                <a:spcPct val="85000"/>
              </a:lnSpc>
              <a:defRPr sz="6000" b="1">
                <a:latin typeface="FlandersArtSerif-Light" panose="00000400000000000000" pitchFamily="2" charset="0"/>
              </a:defRPr>
            </a:lvl1pPr>
          </a:lstStyle>
          <a:p>
            <a:r>
              <a:rPr lang="nl-BE" dirty="0"/>
              <a:t>Hoofdstuk titel  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3AD9365F-60C5-EF3D-55E0-8958EE63EF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887" y="5536405"/>
            <a:ext cx="5829943" cy="1664495"/>
          </a:xfrm>
          <a:prstGeom prst="rect">
            <a:avLst/>
          </a:prstGeom>
        </p:spPr>
        <p:txBody>
          <a:bodyPr lIns="0" tIns="0" rIns="0" bIns="0"/>
          <a:lstStyle>
            <a:lvl1pPr marL="7938" indent="0">
              <a:lnSpc>
                <a:spcPct val="80000"/>
              </a:lnSpc>
              <a:buNone/>
              <a:tabLst/>
              <a:defRPr lang="nl-NL" sz="4000" b="0" kern="1200" baseline="0" dirty="0" smtClean="0">
                <a:solidFill>
                  <a:srgbClr val="6D6D6D"/>
                </a:solidFill>
                <a:latin typeface="FlandersArtSans-Regular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nl-BE" dirty="0"/>
              <a:t>Ondertitel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F0FD2D5B-094F-97CC-E816-B08A4BC1BCEE}"/>
              </a:ext>
            </a:extLst>
          </p:cNvPr>
          <p:cNvSpPr>
            <a:spLocks/>
          </p:cNvSpPr>
          <p:nvPr userDrawn="1"/>
        </p:nvSpPr>
        <p:spPr>
          <a:xfrm rot="10800000">
            <a:off x="11695712" y="-462455"/>
            <a:ext cx="5760000" cy="7920038"/>
          </a:xfrm>
          <a:custGeom>
            <a:avLst/>
            <a:gdLst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3240432 w 5774552"/>
              <a:gd name="csY4" fmla="*/ 7905745 h 7920038"/>
              <a:gd name="csX5" fmla="*/ 0 w 5774552"/>
              <a:gd name="csY5" fmla="*/ 7920038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0 w 5774552"/>
              <a:gd name="csY4" fmla="*/ 7920038 h 7920038"/>
              <a:gd name="csX5" fmla="*/ 0 w 5774552"/>
              <a:gd name="csY5" fmla="*/ 0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0 w 5774552"/>
              <a:gd name="csY3" fmla="*/ 7920038 h 7920038"/>
              <a:gd name="csX4" fmla="*/ 0 w 5774552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74552" h="7920038">
                <a:moveTo>
                  <a:pt x="0" y="0"/>
                </a:moveTo>
                <a:lnTo>
                  <a:pt x="3240432" y="0"/>
                </a:lnTo>
                <a:lnTo>
                  <a:pt x="5774552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2540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A5B7206-399C-DFA9-2501-E5CBAF999A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0487" y="719137"/>
            <a:ext cx="2529057" cy="99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971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or 1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B0CB11B1-5788-819E-E7B8-582B2E1E0AF0}"/>
              </a:ext>
            </a:extLst>
          </p:cNvPr>
          <p:cNvSpPr>
            <a:spLocks/>
          </p:cNvSpPr>
          <p:nvPr userDrawn="1"/>
        </p:nvSpPr>
        <p:spPr>
          <a:xfrm rot="10800000">
            <a:off x="8280000" y="0"/>
            <a:ext cx="5760000" cy="7920038"/>
          </a:xfrm>
          <a:custGeom>
            <a:avLst/>
            <a:gdLst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3240432 w 5774552"/>
              <a:gd name="csY4" fmla="*/ 7905745 h 7920038"/>
              <a:gd name="csX5" fmla="*/ 0 w 5774552"/>
              <a:gd name="csY5" fmla="*/ 7920038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0 w 5774552"/>
              <a:gd name="csY4" fmla="*/ 7920038 h 7920038"/>
              <a:gd name="csX5" fmla="*/ 0 w 5774552"/>
              <a:gd name="csY5" fmla="*/ 0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0 w 5774552"/>
              <a:gd name="csY3" fmla="*/ 7920038 h 7920038"/>
              <a:gd name="csX4" fmla="*/ 0 w 5774552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74552" h="7920038">
                <a:moveTo>
                  <a:pt x="0" y="0"/>
                </a:moveTo>
                <a:lnTo>
                  <a:pt x="3240432" y="0"/>
                </a:lnTo>
                <a:lnTo>
                  <a:pt x="5774552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2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F27A4900-17FF-9831-C109-5745624BE684}"/>
              </a:ext>
            </a:extLst>
          </p:cNvPr>
          <p:cNvSpPr>
            <a:spLocks/>
          </p:cNvSpPr>
          <p:nvPr userDrawn="1"/>
        </p:nvSpPr>
        <p:spPr>
          <a:xfrm rot="10800000">
            <a:off x="11520487" y="0"/>
            <a:ext cx="2519361" cy="792003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A4AD39D8-D4EA-B172-8DE3-C7B148F792AF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2519361" cy="792003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D5535E5D-9072-33BF-3C40-E0AAF0EFF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20186" y="5849309"/>
            <a:ext cx="2879290" cy="135159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defTabSz="1080000">
              <a:lnSpc>
                <a:spcPct val="120000"/>
              </a:lnSpc>
              <a:spcBef>
                <a:spcPts val="0"/>
              </a:spcBef>
              <a:spcAft>
                <a:spcPts val="1250"/>
              </a:spcAft>
              <a:buFont typeface="Flanders Art Sans"/>
              <a:buNone/>
              <a:tabLst/>
              <a:defRPr sz="1500" b="0" i="0">
                <a:latin typeface="FlandersArtSerif-Light" panose="00000400000000000000" pitchFamily="2" charset="0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/>
            <a:r>
              <a:rPr lang="nl-BE"/>
              <a:t>Cus quam volores dentionsecae nempost, te vel maios volum acculliqui reptatur, ut ut por re nobitatem. Et et adi volupt atibus volleniscil id eribearum ere.</a:t>
            </a:r>
            <a:endParaRPr lang="nl-BE" dirty="0"/>
          </a:p>
        </p:txBody>
      </p:sp>
      <p:sp>
        <p:nvSpPr>
          <p:cNvPr id="3" name="Name">
            <a:extLst>
              <a:ext uri="{FF2B5EF4-FFF2-40B4-BE49-F238E27FC236}">
                <a16:creationId xmlns:a16="http://schemas.microsoft.com/office/drawing/2014/main" id="{0BD48BFE-86D7-CFCD-61EF-BDA0635D1E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20609" y="1259658"/>
            <a:ext cx="2878929" cy="4589650"/>
          </a:xfrm>
          <a:prstGeom prst="rect">
            <a:avLst/>
          </a:prstGeom>
        </p:spPr>
        <p:txBody>
          <a:bodyPr lIns="0" tIns="0" rIns="0" bIns="180000" anchor="b" anchorCtr="0"/>
          <a:lstStyle>
            <a:lvl1pPr marL="0" indent="0" defTabSz="1080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None/>
              <a:tabLst/>
              <a:defRPr lang="en-GB" sz="3500" kern="1200" baseline="0">
                <a:solidFill>
                  <a:schemeClr val="tx1"/>
                </a:solidFill>
                <a:latin typeface="FlandersArtSans-Regular" panose="00000500000000000000" pitchFamily="2" charset="0"/>
                <a:ea typeface="+mj-ea"/>
                <a:cs typeface="+mj-cs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/>
            <a:r>
              <a:rPr lang="nl-BE"/>
              <a:t>VOORNAAM</a:t>
            </a:r>
            <a:br>
              <a:rPr lang="nl-BE"/>
            </a:br>
            <a:r>
              <a:rPr lang="nl-BE"/>
              <a:t>ACHTERNAAM</a:t>
            </a:r>
            <a:endParaRPr lang="nl-BE" dirty="0"/>
          </a:p>
        </p:txBody>
      </p:sp>
      <p:sp>
        <p:nvSpPr>
          <p:cNvPr id="16" name="Shape">
            <a:extLst>
              <a:ext uri="{FF2B5EF4-FFF2-40B4-BE49-F238E27FC236}">
                <a16:creationId xmlns:a16="http://schemas.microsoft.com/office/drawing/2014/main" id="{1941990D-A2F0-069C-E90C-7052E35113E8}"/>
              </a:ext>
            </a:extLst>
          </p:cNvPr>
          <p:cNvSpPr/>
          <p:nvPr userDrawn="1"/>
        </p:nvSpPr>
        <p:spPr>
          <a:xfrm>
            <a:off x="719138" y="1259659"/>
            <a:ext cx="5039847" cy="59412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BE" dirty="0">
                <a:noFill/>
                <a:latin typeface="FlandersArtSerif-Light" panose="00000400000000000000" pitchFamily="2" charset="0"/>
              </a:rPr>
              <a:t>v</a:t>
            </a:r>
          </a:p>
        </p:txBody>
      </p:sp>
      <p:sp>
        <p:nvSpPr>
          <p:cNvPr id="15" name="Picture">
            <a:extLst>
              <a:ext uri="{FF2B5EF4-FFF2-40B4-BE49-F238E27FC236}">
                <a16:creationId xmlns:a16="http://schemas.microsoft.com/office/drawing/2014/main" id="{252B41B6-A7ED-BDD4-3C40-7E13D37F7E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9138" y="1259659"/>
            <a:ext cx="5039847" cy="594124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>
                <a:latin typeface="FlandersArtSerif-Light" panose="00000400000000000000" pitchFamily="2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8C8E9402-0B61-386E-7BC7-7A8DB765E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9" y="719138"/>
            <a:ext cx="8280337" cy="540519"/>
          </a:xfrm>
          <a:prstGeom prst="rect">
            <a:avLst/>
          </a:prstGeom>
        </p:spPr>
        <p:txBody>
          <a:bodyPr lIns="0" tIns="0" rIns="0" bIns="360000" anchor="t" anchorCtr="0"/>
          <a:lstStyle>
            <a:lvl1pPr>
              <a:lnSpc>
                <a:spcPct val="80000"/>
              </a:lnSpc>
              <a:defRPr sz="1500">
                <a:latin typeface="FlandersArtSans-Regular" panose="00000500000000000000" pitchFamily="2" charset="0"/>
              </a:defRPr>
            </a:lvl1pPr>
          </a:lstStyle>
          <a:p>
            <a:pPr lvl="0"/>
            <a:r>
              <a:rPr lang="nl-BE"/>
              <a:t>GEPRESENTEERD DOOR</a:t>
            </a:r>
            <a:endParaRPr lang="nl-BE" dirty="0"/>
          </a:p>
        </p:txBody>
      </p:sp>
      <p:sp>
        <p:nvSpPr>
          <p:cNvPr id="2" name="Running Header">
            <a:extLst>
              <a:ext uri="{FF2B5EF4-FFF2-40B4-BE49-F238E27FC236}">
                <a16:creationId xmlns:a16="http://schemas.microsoft.com/office/drawing/2014/main" id="{4E9A9FD5-5C1C-5AFE-3E69-0162AFA60C7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9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or 2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">
            <a:extLst>
              <a:ext uri="{FF2B5EF4-FFF2-40B4-BE49-F238E27FC236}">
                <a16:creationId xmlns:a16="http://schemas.microsoft.com/office/drawing/2014/main" id="{FA54B3F7-8B66-165A-3DB4-4364E10D11E8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2519361" cy="792003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477769A-2111-8C1D-CE0B-83FAE36BB0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1287" y="6300780"/>
            <a:ext cx="2879251" cy="90012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defTabSz="108000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Flanders Art Sans"/>
              <a:buNone/>
              <a:tabLst/>
              <a:defRPr sz="1250" b="0" i="0">
                <a:latin typeface="FlandersArtSerif-Light" panose="00000400000000000000" pitchFamily="2" charset="0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/>
            <a:r>
              <a:rPr lang="nl-BE"/>
              <a:t>Cus quam volores dentionsecae nempost, te vel maios volum acculliqui reptatur, ut ut por re nobitatem. Et et adi volupt atibus volleniscil id eribearum ere.</a:t>
            </a:r>
            <a:endParaRPr lang="nl-BE" dirty="0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1ADCFFD-9A41-B23B-93D6-72A29B8941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878" y="6300780"/>
            <a:ext cx="2877985" cy="90012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defTabSz="108000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Flanders Art Sans"/>
              <a:buNone/>
              <a:tabLst/>
              <a:defRPr sz="1250" b="0" i="0">
                <a:latin typeface="FlandersArtSerif-Light" panose="00000400000000000000" pitchFamily="2" charset="0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/>
            <a:r>
              <a:rPr lang="nl-BE"/>
              <a:t>Cus quam volores dentionsecae nempost, te vel maios volum acculliqui reptatur, ut ut por re nobitatem. Et et adi volupt atibus volleniscil id eribearum ere.</a:t>
            </a:r>
            <a:endParaRPr lang="nl-BE" dirty="0"/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79624B95-0B2E-3D0A-B640-188DC13B33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61609" y="5040163"/>
            <a:ext cx="2878929" cy="1260616"/>
          </a:xfrm>
          <a:prstGeom prst="rect">
            <a:avLst/>
          </a:prstGeom>
        </p:spPr>
        <p:txBody>
          <a:bodyPr lIns="0" tIns="0" rIns="0" bIns="180000" anchor="b" anchorCtr="0"/>
          <a:lstStyle>
            <a:lvl1pPr marL="0" indent="0" defTabSz="1080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None/>
              <a:tabLst/>
              <a:defRPr lang="en-GB" sz="3000" kern="1200" baseline="0">
                <a:solidFill>
                  <a:schemeClr val="tx1"/>
                </a:solidFill>
                <a:latin typeface="FlandersArtSans-Regular" panose="00000500000000000000" pitchFamily="2" charset="0"/>
                <a:ea typeface="+mj-ea"/>
                <a:cs typeface="+mj-cs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/>
            <a:r>
              <a:rPr lang="nl-BE"/>
              <a:t>VOORNAAM</a:t>
            </a:r>
            <a:br>
              <a:rPr lang="nl-BE"/>
            </a:br>
            <a:r>
              <a:rPr lang="nl-BE"/>
              <a:t>ACHTERNAAM</a:t>
            </a:r>
            <a:endParaRPr lang="nl-BE" dirty="0"/>
          </a:p>
        </p:txBody>
      </p:sp>
      <p:sp>
        <p:nvSpPr>
          <p:cNvPr id="19" name="Name">
            <a:extLst>
              <a:ext uri="{FF2B5EF4-FFF2-40B4-BE49-F238E27FC236}">
                <a16:creationId xmlns:a16="http://schemas.microsoft.com/office/drawing/2014/main" id="{B0CD83C3-F06B-EE8B-B61A-742518174F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218" y="5040163"/>
            <a:ext cx="2878929" cy="1260616"/>
          </a:xfrm>
          <a:prstGeom prst="rect">
            <a:avLst/>
          </a:prstGeom>
        </p:spPr>
        <p:txBody>
          <a:bodyPr lIns="0" tIns="0" rIns="0" bIns="180000" anchor="b" anchorCtr="0"/>
          <a:lstStyle>
            <a:lvl1pPr marL="0" indent="0" defTabSz="1080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None/>
              <a:tabLst/>
              <a:defRPr lang="en-GB" sz="3000" kern="1200" baseline="0">
                <a:solidFill>
                  <a:schemeClr val="tx1"/>
                </a:solidFill>
                <a:latin typeface="FlandersArtSans-Regular" panose="00000500000000000000" pitchFamily="2" charset="0"/>
                <a:ea typeface="+mj-ea"/>
                <a:cs typeface="+mj-cs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/>
            <a:r>
              <a:rPr lang="nl-BE"/>
              <a:t>VOORNAAM</a:t>
            </a:r>
            <a:br>
              <a:rPr lang="nl-BE"/>
            </a:br>
            <a:r>
              <a:rPr lang="nl-BE"/>
              <a:t>ACHTERNAAM</a:t>
            </a:r>
            <a:endParaRPr lang="nl-BE" dirty="0"/>
          </a:p>
        </p:txBody>
      </p:sp>
      <p:sp>
        <p:nvSpPr>
          <p:cNvPr id="10" name="Shape">
            <a:extLst>
              <a:ext uri="{FF2B5EF4-FFF2-40B4-BE49-F238E27FC236}">
                <a16:creationId xmlns:a16="http://schemas.microsoft.com/office/drawing/2014/main" id="{DE87FE5E-5D92-375D-504D-B5EFDEB1E2DE}"/>
              </a:ext>
            </a:extLst>
          </p:cNvPr>
          <p:cNvSpPr/>
          <p:nvPr userDrawn="1"/>
        </p:nvSpPr>
        <p:spPr>
          <a:xfrm>
            <a:off x="3960965" y="2159332"/>
            <a:ext cx="2881313" cy="28808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BE" dirty="0">
                <a:noFill/>
                <a:latin typeface="FlandersArtSerif-Light" panose="00000400000000000000" pitchFamily="2" charset="0"/>
              </a:rPr>
              <a:t>v</a:t>
            </a: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25C723B2-1910-5C53-05DE-5B23F62A2A2F}"/>
              </a:ext>
            </a:extLst>
          </p:cNvPr>
          <p:cNvSpPr/>
          <p:nvPr userDrawn="1"/>
        </p:nvSpPr>
        <p:spPr>
          <a:xfrm>
            <a:off x="720878" y="2159330"/>
            <a:ext cx="2881313" cy="28808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BE" dirty="0">
                <a:noFill/>
                <a:latin typeface="FlandersArtSerif-Light" panose="00000400000000000000" pitchFamily="2" charset="0"/>
              </a:rPr>
              <a:t>v</a:t>
            </a:r>
          </a:p>
        </p:txBody>
      </p:sp>
      <p:sp>
        <p:nvSpPr>
          <p:cNvPr id="11" name="Picture">
            <a:extLst>
              <a:ext uri="{FF2B5EF4-FFF2-40B4-BE49-F238E27FC236}">
                <a16:creationId xmlns:a16="http://schemas.microsoft.com/office/drawing/2014/main" id="{C9829037-0C55-2EF7-99A3-A2AA8876C8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0965" y="2159332"/>
            <a:ext cx="2881313" cy="2880831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>
                <a:latin typeface="FlandersArtSerif-Light" panose="00000400000000000000" pitchFamily="2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13" name="Picture">
            <a:extLst>
              <a:ext uri="{FF2B5EF4-FFF2-40B4-BE49-F238E27FC236}">
                <a16:creationId xmlns:a16="http://schemas.microsoft.com/office/drawing/2014/main" id="{B9841A5E-228B-433D-C0DD-BF9A338D2B1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20878" y="2159330"/>
            <a:ext cx="2881313" cy="2880831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>
                <a:latin typeface="FlandersArtSerif-Light" panose="00000400000000000000" pitchFamily="2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EEE83F28-505F-AB59-C20D-DA87D57493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9" y="719138"/>
            <a:ext cx="6121399" cy="1440190"/>
          </a:xfrm>
          <a:prstGeom prst="rect">
            <a:avLst/>
          </a:prstGeom>
        </p:spPr>
        <p:txBody>
          <a:bodyPr lIns="0" tIns="0" rIns="0" bIns="360000" anchor="t" anchorCtr="0"/>
          <a:lstStyle>
            <a:lvl1pPr>
              <a:lnSpc>
                <a:spcPct val="80000"/>
              </a:lnSpc>
              <a:defRPr sz="1500">
                <a:latin typeface="FlandersArtSans-Regular" panose="00000500000000000000" pitchFamily="2" charset="0"/>
              </a:defRPr>
            </a:lvl1pPr>
          </a:lstStyle>
          <a:p>
            <a:pPr lvl="0"/>
            <a:r>
              <a:rPr lang="nl-BE"/>
              <a:t>GEPRESENTEERD DOOR</a:t>
            </a:r>
            <a:endParaRPr lang="nl-BE" dirty="0"/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1A0B00B8-8BF3-6FD7-FF5D-C842B47B6AD1}"/>
              </a:ext>
            </a:extLst>
          </p:cNvPr>
          <p:cNvSpPr>
            <a:spLocks/>
          </p:cNvSpPr>
          <p:nvPr userDrawn="1"/>
        </p:nvSpPr>
        <p:spPr>
          <a:xfrm rot="10800000">
            <a:off x="8280000" y="0"/>
            <a:ext cx="5760000" cy="7920038"/>
          </a:xfrm>
          <a:custGeom>
            <a:avLst/>
            <a:gdLst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3240432 w 5774552"/>
              <a:gd name="csY4" fmla="*/ 7905745 h 7920038"/>
              <a:gd name="csX5" fmla="*/ 0 w 5774552"/>
              <a:gd name="csY5" fmla="*/ 7920038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0 w 5774552"/>
              <a:gd name="csY4" fmla="*/ 7920038 h 7920038"/>
              <a:gd name="csX5" fmla="*/ 0 w 5774552"/>
              <a:gd name="csY5" fmla="*/ 0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0 w 5774552"/>
              <a:gd name="csY3" fmla="*/ 7920038 h 7920038"/>
              <a:gd name="csX4" fmla="*/ 0 w 5774552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74552" h="7920038">
                <a:moveTo>
                  <a:pt x="0" y="0"/>
                </a:moveTo>
                <a:lnTo>
                  <a:pt x="3240432" y="0"/>
                </a:lnTo>
                <a:lnTo>
                  <a:pt x="5774552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2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FAC6D4F1-EAB5-4788-23D4-4A16DF45C651}"/>
              </a:ext>
            </a:extLst>
          </p:cNvPr>
          <p:cNvSpPr>
            <a:spLocks/>
          </p:cNvSpPr>
          <p:nvPr userDrawn="1"/>
        </p:nvSpPr>
        <p:spPr>
          <a:xfrm rot="10800000">
            <a:off x="11520487" y="0"/>
            <a:ext cx="2519361" cy="792003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8" name="Running Header">
            <a:extLst>
              <a:ext uri="{FF2B5EF4-FFF2-40B4-BE49-F238E27FC236}">
                <a16:creationId xmlns:a16="http://schemas.microsoft.com/office/drawing/2014/main" id="{7FE1A270-734A-1ADA-28C2-9C42F5C102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3320713" y="359538"/>
            <a:ext cx="719136" cy="7200961"/>
          </a:xfrm>
        </p:spPr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2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or 3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">
            <a:extLst>
              <a:ext uri="{FF2B5EF4-FFF2-40B4-BE49-F238E27FC236}">
                <a16:creationId xmlns:a16="http://schemas.microsoft.com/office/drawing/2014/main" id="{A4AD39D8-D4EA-B172-8DE3-C7B148F792AF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2519361" cy="792003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D5535E5D-9072-33BF-3C40-E0AAF0EFF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1696" y="6300781"/>
            <a:ext cx="2878929" cy="90012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defTabSz="108000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Flanders Art Sans"/>
              <a:buNone/>
              <a:tabLst/>
              <a:defRPr sz="1250" b="0" i="0">
                <a:latin typeface="FlandersArtSerif-Light" panose="00000400000000000000" pitchFamily="2" charset="0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/>
            <a:r>
              <a:rPr lang="nl-BE"/>
              <a:t>Cus quam volores dentionsecae nempost, te vel maios volum acculliqui reptatur, ut ut por re nobitatem. Et et adi volupt atibus volleniscil id eribearum ere.</a:t>
            </a:r>
            <a:endParaRPr lang="nl-BE" dirty="0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477769A-2111-8C1D-CE0B-83FAE36BB0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1287" y="6300780"/>
            <a:ext cx="2879251" cy="90012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defTabSz="108000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Flanders Art Sans"/>
              <a:buNone/>
              <a:tabLst/>
              <a:defRPr sz="1250" b="0" i="0">
                <a:latin typeface="FlandersArtSerif-Light" panose="00000400000000000000" pitchFamily="2" charset="0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/>
            <a:r>
              <a:rPr lang="nl-BE"/>
              <a:t>Cus quam volores dentionsecae nempost, te vel maios volum acculliqui reptatur, ut ut por re nobitatem. Et et adi volupt atibus volleniscil id eribearum ere.</a:t>
            </a:r>
            <a:endParaRPr lang="nl-BE" dirty="0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1ADCFFD-9A41-B23B-93D6-72A29B8941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878" y="6300780"/>
            <a:ext cx="2877985" cy="90012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defTabSz="108000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Flanders Art Sans"/>
              <a:buNone/>
              <a:tabLst/>
              <a:defRPr sz="1250" b="0" i="0">
                <a:latin typeface="FlandersArtSerif-Light" panose="00000400000000000000" pitchFamily="2" charset="0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/>
            <a:r>
              <a:rPr lang="nl-BE"/>
              <a:t>Cus quam volores dentionsecae nempost, te vel maios volum acculliqui reptatur, ut ut por re nobitatem. Et et adi volupt atibus volleniscil id eribearum ere.</a:t>
            </a:r>
            <a:endParaRPr lang="nl-BE" dirty="0"/>
          </a:p>
        </p:txBody>
      </p:sp>
      <p:sp>
        <p:nvSpPr>
          <p:cNvPr id="14" name="Name">
            <a:extLst>
              <a:ext uri="{FF2B5EF4-FFF2-40B4-BE49-F238E27FC236}">
                <a16:creationId xmlns:a16="http://schemas.microsoft.com/office/drawing/2014/main" id="{DE62271A-D4CA-B09F-AB8F-249D0DC17B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0" y="5040163"/>
            <a:ext cx="2878929" cy="1260616"/>
          </a:xfrm>
          <a:prstGeom prst="rect">
            <a:avLst/>
          </a:prstGeom>
        </p:spPr>
        <p:txBody>
          <a:bodyPr lIns="0" tIns="0" rIns="0" bIns="180000" anchor="b" anchorCtr="0"/>
          <a:lstStyle>
            <a:lvl1pPr marL="0" indent="0" defTabSz="1080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None/>
              <a:tabLst/>
              <a:defRPr lang="en-GB" sz="3000" kern="1200" baseline="0">
                <a:solidFill>
                  <a:schemeClr val="tx1"/>
                </a:solidFill>
                <a:latin typeface="FlandersArtSans-Regular" panose="00000500000000000000" pitchFamily="2" charset="0"/>
                <a:ea typeface="+mj-ea"/>
                <a:cs typeface="+mj-cs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/>
            <a:r>
              <a:rPr lang="nl-BE"/>
              <a:t>VOORNAAM</a:t>
            </a:r>
            <a:br>
              <a:rPr lang="nl-BE"/>
            </a:br>
            <a:r>
              <a:rPr lang="nl-BE"/>
              <a:t>ACHTERNAAM</a:t>
            </a:r>
            <a:endParaRPr lang="nl-BE" dirty="0"/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79624B95-0B2E-3D0A-B640-188DC13B33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61609" y="5040163"/>
            <a:ext cx="2878929" cy="1260616"/>
          </a:xfrm>
          <a:prstGeom prst="rect">
            <a:avLst/>
          </a:prstGeom>
        </p:spPr>
        <p:txBody>
          <a:bodyPr lIns="0" tIns="0" rIns="0" bIns="180000" anchor="b" anchorCtr="0"/>
          <a:lstStyle>
            <a:lvl1pPr marL="0" indent="0" defTabSz="1080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None/>
              <a:tabLst/>
              <a:defRPr lang="en-GB" sz="3000" kern="1200" baseline="0">
                <a:solidFill>
                  <a:schemeClr val="tx1"/>
                </a:solidFill>
                <a:latin typeface="FlandersArtSans-Regular" panose="00000500000000000000" pitchFamily="2" charset="0"/>
                <a:ea typeface="+mj-ea"/>
                <a:cs typeface="+mj-cs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/>
            <a:r>
              <a:rPr lang="nl-BE"/>
              <a:t>VOORNAAM</a:t>
            </a:r>
            <a:br>
              <a:rPr lang="nl-BE"/>
            </a:br>
            <a:r>
              <a:rPr lang="nl-BE"/>
              <a:t>ACHTERNAAM</a:t>
            </a:r>
            <a:endParaRPr lang="nl-BE" dirty="0"/>
          </a:p>
        </p:txBody>
      </p:sp>
      <p:sp>
        <p:nvSpPr>
          <p:cNvPr id="19" name="Name">
            <a:extLst>
              <a:ext uri="{FF2B5EF4-FFF2-40B4-BE49-F238E27FC236}">
                <a16:creationId xmlns:a16="http://schemas.microsoft.com/office/drawing/2014/main" id="{B0CD83C3-F06B-EE8B-B61A-742518174F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218" y="5040163"/>
            <a:ext cx="2878929" cy="1260616"/>
          </a:xfrm>
          <a:prstGeom prst="rect">
            <a:avLst/>
          </a:prstGeom>
        </p:spPr>
        <p:txBody>
          <a:bodyPr lIns="0" tIns="0" rIns="0" bIns="180000" anchor="b" anchorCtr="0"/>
          <a:lstStyle>
            <a:lvl1pPr marL="0" indent="0" defTabSz="1080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None/>
              <a:tabLst/>
              <a:defRPr lang="en-GB" sz="3000" kern="1200" baseline="0">
                <a:solidFill>
                  <a:schemeClr val="tx1"/>
                </a:solidFill>
                <a:latin typeface="FlandersArtSans-Regular" panose="00000500000000000000" pitchFamily="2" charset="0"/>
                <a:ea typeface="+mj-ea"/>
                <a:cs typeface="+mj-cs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/>
            <a:r>
              <a:rPr lang="nl-BE"/>
              <a:t>VOORNAAM</a:t>
            </a:r>
            <a:br>
              <a:rPr lang="nl-BE"/>
            </a:br>
            <a:r>
              <a:rPr lang="nl-BE"/>
              <a:t>ACHTERNAAM</a:t>
            </a:r>
            <a:endParaRPr lang="nl-BE" dirty="0"/>
          </a:p>
        </p:txBody>
      </p:sp>
      <p:sp>
        <p:nvSpPr>
          <p:cNvPr id="16" name="Shape">
            <a:extLst>
              <a:ext uri="{FF2B5EF4-FFF2-40B4-BE49-F238E27FC236}">
                <a16:creationId xmlns:a16="http://schemas.microsoft.com/office/drawing/2014/main" id="{1941990D-A2F0-069C-E90C-7052E35113E8}"/>
              </a:ext>
            </a:extLst>
          </p:cNvPr>
          <p:cNvSpPr/>
          <p:nvPr userDrawn="1"/>
        </p:nvSpPr>
        <p:spPr>
          <a:xfrm>
            <a:off x="7201052" y="2159334"/>
            <a:ext cx="2881313" cy="28808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BE" dirty="0">
                <a:noFill/>
                <a:latin typeface="FlandersArtSerif-Light" panose="00000400000000000000" pitchFamily="2" charset="0"/>
              </a:rPr>
              <a:t>v</a:t>
            </a:r>
          </a:p>
        </p:txBody>
      </p:sp>
      <p:sp>
        <p:nvSpPr>
          <p:cNvPr id="10" name="Shape">
            <a:extLst>
              <a:ext uri="{FF2B5EF4-FFF2-40B4-BE49-F238E27FC236}">
                <a16:creationId xmlns:a16="http://schemas.microsoft.com/office/drawing/2014/main" id="{DE87FE5E-5D92-375D-504D-B5EFDEB1E2DE}"/>
              </a:ext>
            </a:extLst>
          </p:cNvPr>
          <p:cNvSpPr/>
          <p:nvPr userDrawn="1"/>
        </p:nvSpPr>
        <p:spPr>
          <a:xfrm>
            <a:off x="3960965" y="2159332"/>
            <a:ext cx="2881313" cy="28808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BE" dirty="0">
                <a:noFill/>
                <a:latin typeface="FlandersArtSerif-Light" panose="00000400000000000000" pitchFamily="2" charset="0"/>
              </a:rPr>
              <a:t>v</a:t>
            </a: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25C723B2-1910-5C53-05DE-5B23F62A2A2F}"/>
              </a:ext>
            </a:extLst>
          </p:cNvPr>
          <p:cNvSpPr/>
          <p:nvPr userDrawn="1"/>
        </p:nvSpPr>
        <p:spPr>
          <a:xfrm>
            <a:off x="720878" y="2159330"/>
            <a:ext cx="2881313" cy="28808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BE" dirty="0">
                <a:noFill/>
                <a:latin typeface="FlandersArtSerif-Light" panose="00000400000000000000" pitchFamily="2" charset="0"/>
              </a:rPr>
              <a:t>v</a:t>
            </a:r>
          </a:p>
        </p:txBody>
      </p:sp>
      <p:sp>
        <p:nvSpPr>
          <p:cNvPr id="15" name="Picture">
            <a:extLst>
              <a:ext uri="{FF2B5EF4-FFF2-40B4-BE49-F238E27FC236}">
                <a16:creationId xmlns:a16="http://schemas.microsoft.com/office/drawing/2014/main" id="{252B41B6-A7ED-BDD4-3C40-7E13D37F7E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01052" y="2159334"/>
            <a:ext cx="2881313" cy="2880831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>
                <a:latin typeface="FlandersArtSerif-Light" panose="00000400000000000000" pitchFamily="2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11" name="Picture">
            <a:extLst>
              <a:ext uri="{FF2B5EF4-FFF2-40B4-BE49-F238E27FC236}">
                <a16:creationId xmlns:a16="http://schemas.microsoft.com/office/drawing/2014/main" id="{C9829037-0C55-2EF7-99A3-A2AA8876C8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0965" y="2159332"/>
            <a:ext cx="2881313" cy="2880831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>
                <a:latin typeface="FlandersArtSerif-Light" panose="00000400000000000000" pitchFamily="2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13" name="Picture">
            <a:extLst>
              <a:ext uri="{FF2B5EF4-FFF2-40B4-BE49-F238E27FC236}">
                <a16:creationId xmlns:a16="http://schemas.microsoft.com/office/drawing/2014/main" id="{B9841A5E-228B-433D-C0DD-BF9A338D2B1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20878" y="2159330"/>
            <a:ext cx="2881313" cy="2880831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>
                <a:latin typeface="FlandersArtSerif-Light" panose="00000400000000000000" pitchFamily="2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EEE83F28-505F-AB59-C20D-DA87D57493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9" y="719138"/>
            <a:ext cx="9359790" cy="1440190"/>
          </a:xfrm>
          <a:prstGeom prst="rect">
            <a:avLst/>
          </a:prstGeom>
        </p:spPr>
        <p:txBody>
          <a:bodyPr lIns="0" tIns="0" rIns="0" bIns="360000" anchor="t" anchorCtr="0"/>
          <a:lstStyle>
            <a:lvl1pPr>
              <a:lnSpc>
                <a:spcPct val="80000"/>
              </a:lnSpc>
              <a:defRPr sz="1500">
                <a:latin typeface="FlandersArtSans-Regular" panose="00000500000000000000" pitchFamily="2" charset="0"/>
              </a:defRPr>
            </a:lvl1pPr>
          </a:lstStyle>
          <a:p>
            <a:pPr lvl="0"/>
            <a:r>
              <a:rPr lang="nl-BE"/>
              <a:t>GEPRESENTEERD DOOR</a:t>
            </a:r>
            <a:endParaRPr lang="nl-BE" dirty="0"/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DA07D5E0-14B2-D79E-D2E0-79FC543C79A1}"/>
              </a:ext>
            </a:extLst>
          </p:cNvPr>
          <p:cNvSpPr>
            <a:spLocks/>
          </p:cNvSpPr>
          <p:nvPr userDrawn="1"/>
        </p:nvSpPr>
        <p:spPr>
          <a:xfrm rot="10800000">
            <a:off x="8280000" y="0"/>
            <a:ext cx="5760000" cy="7920038"/>
          </a:xfrm>
          <a:custGeom>
            <a:avLst/>
            <a:gdLst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3240432 w 5774552"/>
              <a:gd name="csY4" fmla="*/ 7905745 h 7920038"/>
              <a:gd name="csX5" fmla="*/ 0 w 5774552"/>
              <a:gd name="csY5" fmla="*/ 7920038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0 w 5774552"/>
              <a:gd name="csY4" fmla="*/ 7920038 h 7920038"/>
              <a:gd name="csX5" fmla="*/ 0 w 5774552"/>
              <a:gd name="csY5" fmla="*/ 0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0 w 5774552"/>
              <a:gd name="csY3" fmla="*/ 7920038 h 7920038"/>
              <a:gd name="csX4" fmla="*/ 0 w 5774552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74552" h="7920038">
                <a:moveTo>
                  <a:pt x="0" y="0"/>
                </a:moveTo>
                <a:lnTo>
                  <a:pt x="3240432" y="0"/>
                </a:lnTo>
                <a:lnTo>
                  <a:pt x="5774552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2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C7EAE4A2-16E2-7B27-5590-BE27FA24CB62}"/>
              </a:ext>
            </a:extLst>
          </p:cNvPr>
          <p:cNvSpPr>
            <a:spLocks/>
          </p:cNvSpPr>
          <p:nvPr userDrawn="1"/>
        </p:nvSpPr>
        <p:spPr>
          <a:xfrm rot="10800000">
            <a:off x="11520487" y="0"/>
            <a:ext cx="2519361" cy="792003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9" name="Running Header">
            <a:extLst>
              <a:ext uri="{FF2B5EF4-FFF2-40B4-BE49-F238E27FC236}">
                <a16:creationId xmlns:a16="http://schemas.microsoft.com/office/drawing/2014/main" id="{FF011812-C144-4B14-E197-D004EE7AF85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3320713" y="359538"/>
            <a:ext cx="719136" cy="7200961"/>
          </a:xfrm>
        </p:spPr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13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1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">
            <a:extLst>
              <a:ext uri="{FF2B5EF4-FFF2-40B4-BE49-F238E27FC236}">
                <a16:creationId xmlns:a16="http://schemas.microsoft.com/office/drawing/2014/main" id="{F27A4900-17FF-9831-C109-5745624BE684}"/>
              </a:ext>
            </a:extLst>
          </p:cNvPr>
          <p:cNvSpPr>
            <a:spLocks/>
          </p:cNvSpPr>
          <p:nvPr userDrawn="1"/>
        </p:nvSpPr>
        <p:spPr>
          <a:xfrm rot="10800000">
            <a:off x="11520487" y="0"/>
            <a:ext cx="2519361" cy="792003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A4AD39D8-D4EA-B172-8DE3-C7B148F792AF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2519361" cy="792003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2" name="Running Header">
            <a:extLst>
              <a:ext uri="{FF2B5EF4-FFF2-40B4-BE49-F238E27FC236}">
                <a16:creationId xmlns:a16="http://schemas.microsoft.com/office/drawing/2014/main" id="{4E9A9FD5-5C1C-5AFE-3E69-0162AFA60C7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8CCA01D-4C8E-3F08-8D5B-D24DE7F91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8" y="719138"/>
            <a:ext cx="11519999" cy="990015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lnSpc>
                <a:spcPct val="80000"/>
              </a:lnSpc>
              <a:defRPr sz="4000">
                <a:latin typeface="FlandersArtSans-Regular" panose="00000500000000000000" pitchFamily="2" charset="0"/>
              </a:defRPr>
            </a:lvl1pPr>
          </a:lstStyle>
          <a:p>
            <a:r>
              <a:rPr lang="nl-BE" dirty="0" err="1"/>
              <a:t>Comniti</a:t>
            </a:r>
            <a:r>
              <a:rPr lang="nl-BE" dirty="0"/>
              <a:t> que </a:t>
            </a:r>
            <a:r>
              <a:rPr lang="nl-BE" dirty="0" err="1"/>
              <a:t>netur</a:t>
            </a:r>
            <a:r>
              <a:rPr lang="nl-BE" dirty="0"/>
              <a:t>, </a:t>
            </a:r>
            <a:r>
              <a:rPr lang="nl-BE" dirty="0" err="1"/>
              <a:t>sin</a:t>
            </a:r>
            <a:r>
              <a:rPr lang="nl-BE" dirty="0"/>
              <a:t> </a:t>
            </a:r>
            <a:r>
              <a:rPr lang="nl-BE" dirty="0" err="1"/>
              <a:t>prorposae</a:t>
            </a:r>
            <a:r>
              <a:rPr lang="nl-BE" dirty="0"/>
              <a:t> </a:t>
            </a:r>
            <a:r>
              <a:rPr lang="nl-BE" dirty="0" err="1"/>
              <a:t>coriorias</a:t>
            </a:r>
            <a:r>
              <a:rPr lang="nl-BE" dirty="0"/>
              <a:t> </a:t>
            </a:r>
            <a:r>
              <a:rPr lang="nl-BE" dirty="0" err="1"/>
              <a:t>essum</a:t>
            </a:r>
            <a:r>
              <a:rPr lang="nl-BE" dirty="0"/>
              <a:t> </a:t>
            </a:r>
            <a:r>
              <a:rPr lang="nl-BE" dirty="0" err="1"/>
              <a:t>apiciliate</a:t>
            </a:r>
            <a:r>
              <a:rPr lang="nl-BE" dirty="0"/>
              <a:t> </a:t>
            </a:r>
            <a:r>
              <a:rPr lang="nl-BE" dirty="0" err="1"/>
              <a:t>aut</a:t>
            </a:r>
            <a:r>
              <a:rPr lang="nl-BE" dirty="0"/>
              <a:t>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8F73788-08A0-5727-B7DF-B8924D24BA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9138" y="1980000"/>
            <a:ext cx="11520487" cy="5220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9416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">
            <a:extLst>
              <a:ext uri="{FF2B5EF4-FFF2-40B4-BE49-F238E27FC236}">
                <a16:creationId xmlns:a16="http://schemas.microsoft.com/office/drawing/2014/main" id="{F27A4900-17FF-9831-C109-5745624BE684}"/>
              </a:ext>
            </a:extLst>
          </p:cNvPr>
          <p:cNvSpPr>
            <a:spLocks/>
          </p:cNvSpPr>
          <p:nvPr userDrawn="1"/>
        </p:nvSpPr>
        <p:spPr>
          <a:xfrm rot="10800000">
            <a:off x="11520487" y="0"/>
            <a:ext cx="2519361" cy="792003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A4AD39D8-D4EA-B172-8DE3-C7B148F792AF}"/>
              </a:ext>
            </a:extLst>
          </p:cNvPr>
          <p:cNvSpPr>
            <a:spLocks/>
          </p:cNvSpPr>
          <p:nvPr userDrawn="1"/>
        </p:nvSpPr>
        <p:spPr>
          <a:xfrm>
            <a:off x="2" y="0"/>
            <a:ext cx="2519361" cy="792003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2" name="Running Header">
            <a:extLst>
              <a:ext uri="{FF2B5EF4-FFF2-40B4-BE49-F238E27FC236}">
                <a16:creationId xmlns:a16="http://schemas.microsoft.com/office/drawing/2014/main" id="{4E9A9FD5-5C1C-5AFE-3E69-0162AFA60C7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8" name="Tijdelijke aanduiding voor tabel 7">
            <a:extLst>
              <a:ext uri="{FF2B5EF4-FFF2-40B4-BE49-F238E27FC236}">
                <a16:creationId xmlns:a16="http://schemas.microsoft.com/office/drawing/2014/main" id="{AD21BB16-6FC9-520A-B8F8-A5BFCD3A797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719137" y="2159779"/>
            <a:ext cx="11522075" cy="3690937"/>
          </a:xfrm>
          <a:prstGeom prst="rect">
            <a:avLst/>
          </a:prstGeom>
        </p:spPr>
        <p:txBody>
          <a:bodyPr/>
          <a:lstStyle>
            <a:lvl1pPr>
              <a:defRPr>
                <a:latin typeface="FlandersArtSerif-Light" panose="00000400000000000000" pitchFamily="2" charset="0"/>
              </a:defRPr>
            </a:lvl1pPr>
          </a:lstStyle>
          <a:p>
            <a:r>
              <a:rPr lang="nl-NL"/>
              <a:t>Klik op het pictogram als u een tabel wilt toevoegen</a:t>
            </a:r>
            <a:endParaRPr lang="nl-BE" dirty="0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75C6D8E-E958-797F-7CE2-1D0BB2049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7" y="738000"/>
            <a:ext cx="11520000" cy="684162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lnSpc>
                <a:spcPct val="80000"/>
              </a:lnSpc>
              <a:defRPr sz="5500">
                <a:latin typeface="FlandersArtSans-Regular" panose="00000500000000000000" pitchFamily="2" charset="0"/>
              </a:defRPr>
            </a:lvl1pPr>
          </a:lstStyle>
          <a:p>
            <a:r>
              <a:rPr lang="nl-BE" dirty="0"/>
              <a:t>Tabel</a:t>
            </a:r>
          </a:p>
        </p:txBody>
      </p:sp>
    </p:spTree>
    <p:extLst>
      <p:ext uri="{BB962C8B-B14F-4D97-AF65-F5344CB8AC3E}">
        <p14:creationId xmlns:p14="http://schemas.microsoft.com/office/powerpoint/2010/main" val="2747818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oud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E776F267-C8DE-3683-7ABD-D843F7B2F31E}"/>
              </a:ext>
            </a:extLst>
          </p:cNvPr>
          <p:cNvSpPr>
            <a:spLocks/>
          </p:cNvSpPr>
          <p:nvPr userDrawn="1"/>
        </p:nvSpPr>
        <p:spPr>
          <a:xfrm rot="10800000">
            <a:off x="11520487" y="0"/>
            <a:ext cx="2519361" cy="792003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B5978129-869A-D3F0-560E-E1C31A8DBE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8" y="719138"/>
            <a:ext cx="11519999" cy="990015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lnSpc>
                <a:spcPct val="80000"/>
              </a:lnSpc>
              <a:defRPr sz="4000">
                <a:latin typeface="FlandersArtSans-Regular" panose="00000500000000000000" pitchFamily="2" charset="0"/>
              </a:defRPr>
            </a:lvl1pPr>
          </a:lstStyle>
          <a:p>
            <a:r>
              <a:rPr lang="nl-BE" dirty="0" err="1"/>
              <a:t>Comniti</a:t>
            </a:r>
            <a:r>
              <a:rPr lang="nl-BE" dirty="0"/>
              <a:t> que </a:t>
            </a:r>
            <a:r>
              <a:rPr lang="nl-BE" dirty="0" err="1"/>
              <a:t>netur</a:t>
            </a:r>
            <a:r>
              <a:rPr lang="nl-BE" dirty="0"/>
              <a:t>, </a:t>
            </a:r>
            <a:r>
              <a:rPr lang="nl-BE" dirty="0" err="1"/>
              <a:t>sin</a:t>
            </a:r>
            <a:r>
              <a:rPr lang="nl-BE" dirty="0"/>
              <a:t> </a:t>
            </a:r>
            <a:r>
              <a:rPr lang="nl-BE" dirty="0" err="1"/>
              <a:t>prorposae</a:t>
            </a:r>
            <a:r>
              <a:rPr lang="nl-BE" dirty="0"/>
              <a:t> </a:t>
            </a:r>
            <a:r>
              <a:rPr lang="nl-BE" dirty="0" err="1"/>
              <a:t>coriorias</a:t>
            </a:r>
            <a:r>
              <a:rPr lang="nl-BE" dirty="0"/>
              <a:t> </a:t>
            </a:r>
            <a:r>
              <a:rPr lang="nl-BE" dirty="0" err="1"/>
              <a:t>essum</a:t>
            </a:r>
            <a:r>
              <a:rPr lang="nl-BE" dirty="0"/>
              <a:t> </a:t>
            </a:r>
            <a:r>
              <a:rPr lang="nl-BE" dirty="0" err="1"/>
              <a:t>apiciliate</a:t>
            </a:r>
            <a:r>
              <a:rPr lang="nl-BE" dirty="0"/>
              <a:t> </a:t>
            </a:r>
            <a:r>
              <a:rPr lang="nl-BE" dirty="0" err="1"/>
              <a:t>aut</a:t>
            </a:r>
            <a:r>
              <a:rPr lang="nl-BE" dirty="0"/>
              <a:t>.</a:t>
            </a:r>
          </a:p>
        </p:txBody>
      </p:sp>
      <p:sp>
        <p:nvSpPr>
          <p:cNvPr id="8" name="Running Header">
            <a:extLst>
              <a:ext uri="{FF2B5EF4-FFF2-40B4-BE49-F238E27FC236}">
                <a16:creationId xmlns:a16="http://schemas.microsoft.com/office/drawing/2014/main" id="{1381EDEF-9174-4F93-082B-C4D30E590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nl-BE" dirty="0"/>
              <a:t>LOKAAL BESTUUR</a:t>
            </a:r>
            <a:endParaRPr lang="nl-BE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3AEF4-0AAF-A197-7E31-4331F1FAB8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9138" y="1980000"/>
            <a:ext cx="11520487" cy="5220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21786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>
            <a:extLst>
              <a:ext uri="{FF2B5EF4-FFF2-40B4-BE49-F238E27FC236}">
                <a16:creationId xmlns:a16="http://schemas.microsoft.com/office/drawing/2014/main" id="{BDF0E3BB-1E12-906E-4B92-877A9D5B9E30}"/>
              </a:ext>
            </a:extLst>
          </p:cNvPr>
          <p:cNvSpPr>
            <a:spLocks/>
          </p:cNvSpPr>
          <p:nvPr userDrawn="1"/>
        </p:nvSpPr>
        <p:spPr>
          <a:xfrm rot="10800000">
            <a:off x="11520487" y="0"/>
            <a:ext cx="2519361" cy="7920038"/>
          </a:xfrm>
          <a:prstGeom prst="rtTriangle">
            <a:avLst/>
          </a:prstGeom>
          <a:solidFill>
            <a:srgbClr val="006D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B5978129-869A-D3F0-560E-E1C31A8DBE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8" y="719138"/>
            <a:ext cx="11519999" cy="990015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lnSpc>
                <a:spcPct val="80000"/>
              </a:lnSpc>
              <a:defRPr sz="4000">
                <a:latin typeface="FlandersArtSans-Regular" panose="00000500000000000000" pitchFamily="2" charset="0"/>
              </a:defRPr>
            </a:lvl1pPr>
          </a:lstStyle>
          <a:p>
            <a:r>
              <a:rPr lang="nl-BE" dirty="0" err="1"/>
              <a:t>Comniti</a:t>
            </a:r>
            <a:r>
              <a:rPr lang="nl-BE" dirty="0"/>
              <a:t> que </a:t>
            </a:r>
            <a:r>
              <a:rPr lang="nl-BE" dirty="0" err="1"/>
              <a:t>netur</a:t>
            </a:r>
            <a:r>
              <a:rPr lang="nl-BE" dirty="0"/>
              <a:t>, </a:t>
            </a:r>
            <a:r>
              <a:rPr lang="nl-BE" dirty="0" err="1"/>
              <a:t>sin</a:t>
            </a:r>
            <a:r>
              <a:rPr lang="nl-BE" dirty="0"/>
              <a:t> </a:t>
            </a:r>
            <a:r>
              <a:rPr lang="nl-BE" dirty="0" err="1"/>
              <a:t>prorposae</a:t>
            </a:r>
            <a:r>
              <a:rPr lang="nl-BE" dirty="0"/>
              <a:t> </a:t>
            </a:r>
            <a:r>
              <a:rPr lang="nl-BE" dirty="0" err="1"/>
              <a:t>coriorias</a:t>
            </a:r>
            <a:r>
              <a:rPr lang="nl-BE" dirty="0"/>
              <a:t> </a:t>
            </a:r>
            <a:r>
              <a:rPr lang="nl-BE" dirty="0" err="1"/>
              <a:t>essum</a:t>
            </a:r>
            <a:r>
              <a:rPr lang="nl-BE" dirty="0"/>
              <a:t> </a:t>
            </a:r>
            <a:r>
              <a:rPr lang="nl-BE" dirty="0" err="1"/>
              <a:t>apiciliate</a:t>
            </a:r>
            <a:r>
              <a:rPr lang="nl-BE" dirty="0"/>
              <a:t> </a:t>
            </a:r>
            <a:r>
              <a:rPr lang="nl-BE" dirty="0" err="1"/>
              <a:t>aut</a:t>
            </a:r>
            <a:r>
              <a:rPr lang="nl-BE" dirty="0"/>
              <a:t>.</a:t>
            </a:r>
          </a:p>
        </p:txBody>
      </p:sp>
      <p:sp>
        <p:nvSpPr>
          <p:cNvPr id="8" name="Running Header">
            <a:extLst>
              <a:ext uri="{FF2B5EF4-FFF2-40B4-BE49-F238E27FC236}">
                <a16:creationId xmlns:a16="http://schemas.microsoft.com/office/drawing/2014/main" id="{1381EDEF-9174-4F93-082B-C4D30E590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nl-BE"/>
              <a:t>LOKAAL BESTUUR</a:t>
            </a:r>
            <a:endParaRPr lang="nl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3AEF4-0AAF-A197-7E31-4331F1FAB8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9138" y="1980000"/>
            <a:ext cx="11520487" cy="5220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933195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oud 4 (foto rech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50554B3F-9ACD-40AE-11C5-979D04E26FF3}"/>
              </a:ext>
            </a:extLst>
          </p:cNvPr>
          <p:cNvSpPr/>
          <p:nvPr userDrawn="1"/>
        </p:nvSpPr>
        <p:spPr>
          <a:xfrm>
            <a:off x="7199313" y="-1"/>
            <a:ext cx="6840536" cy="7920039"/>
          </a:xfrm>
          <a:custGeom>
            <a:avLst/>
            <a:gdLst>
              <a:gd name="csX0" fmla="*/ 1989009 w 6840536"/>
              <a:gd name="csY0" fmla="*/ 0 h 7929182"/>
              <a:gd name="csX1" fmla="*/ 6840536 w 6840536"/>
              <a:gd name="csY1" fmla="*/ 9144 h 7929182"/>
              <a:gd name="csX2" fmla="*/ 6840536 w 6840536"/>
              <a:gd name="csY2" fmla="*/ 7929182 h 7929182"/>
              <a:gd name="csX3" fmla="*/ 2519361 w 6840536"/>
              <a:gd name="csY3" fmla="*/ 7929182 h 7929182"/>
              <a:gd name="csX4" fmla="*/ 2519361 w 6840536"/>
              <a:gd name="csY4" fmla="*/ 7929181 h 7929182"/>
              <a:gd name="csX5" fmla="*/ 0 w 6840536"/>
              <a:gd name="csY5" fmla="*/ 9143 h 7929182"/>
              <a:gd name="csX6" fmla="*/ 1989621 w 6840536"/>
              <a:gd name="csY6" fmla="*/ 9143 h 7929182"/>
              <a:gd name="csX0" fmla="*/ 1989621 w 6840536"/>
              <a:gd name="csY0" fmla="*/ 0 h 7920039"/>
              <a:gd name="csX1" fmla="*/ 6840536 w 6840536"/>
              <a:gd name="csY1" fmla="*/ 1 h 7920039"/>
              <a:gd name="csX2" fmla="*/ 6840536 w 6840536"/>
              <a:gd name="csY2" fmla="*/ 7920039 h 7920039"/>
              <a:gd name="csX3" fmla="*/ 2519361 w 6840536"/>
              <a:gd name="csY3" fmla="*/ 7920039 h 7920039"/>
              <a:gd name="csX4" fmla="*/ 2519361 w 6840536"/>
              <a:gd name="csY4" fmla="*/ 7920038 h 7920039"/>
              <a:gd name="csX5" fmla="*/ 0 w 6840536"/>
              <a:gd name="csY5" fmla="*/ 0 h 7920039"/>
              <a:gd name="csX6" fmla="*/ 1989621 w 6840536"/>
              <a:gd name="csY6" fmla="*/ 0 h 7920039"/>
              <a:gd name="csX0" fmla="*/ 0 w 6840536"/>
              <a:gd name="csY0" fmla="*/ 0 h 7920039"/>
              <a:gd name="csX1" fmla="*/ 6840536 w 6840536"/>
              <a:gd name="csY1" fmla="*/ 1 h 7920039"/>
              <a:gd name="csX2" fmla="*/ 6840536 w 6840536"/>
              <a:gd name="csY2" fmla="*/ 7920039 h 7920039"/>
              <a:gd name="csX3" fmla="*/ 2519361 w 6840536"/>
              <a:gd name="csY3" fmla="*/ 7920039 h 7920039"/>
              <a:gd name="csX4" fmla="*/ 2519361 w 6840536"/>
              <a:gd name="csY4" fmla="*/ 7920038 h 7920039"/>
              <a:gd name="csX5" fmla="*/ 0 w 6840536"/>
              <a:gd name="csY5" fmla="*/ 0 h 79200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840536" h="7920039">
                <a:moveTo>
                  <a:pt x="0" y="0"/>
                </a:moveTo>
                <a:lnTo>
                  <a:pt x="6840536" y="1"/>
                </a:lnTo>
                <a:lnTo>
                  <a:pt x="6840536" y="7920039"/>
                </a:lnTo>
                <a:lnTo>
                  <a:pt x="2519361" y="7920039"/>
                </a:lnTo>
                <a:lnTo>
                  <a:pt x="2519361" y="792003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2" name="Picture">
            <a:extLst>
              <a:ext uri="{FF2B5EF4-FFF2-40B4-BE49-F238E27FC236}">
                <a16:creationId xmlns:a16="http://schemas.microsoft.com/office/drawing/2014/main" id="{71C273B4-FC61-D727-906D-89F0ABFD1C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000" y="0"/>
            <a:ext cx="6840536" cy="7920000"/>
          </a:xfrm>
          <a:custGeom>
            <a:avLst/>
            <a:gdLst>
              <a:gd name="csX0" fmla="*/ 1989009 w 6840536"/>
              <a:gd name="csY0" fmla="*/ 0 h 7920000"/>
              <a:gd name="csX1" fmla="*/ 6820374 w 6840536"/>
              <a:gd name="csY1" fmla="*/ 9096 h 7920000"/>
              <a:gd name="csX2" fmla="*/ 4321176 w 6840536"/>
              <a:gd name="csY2" fmla="*/ 9096 h 7920000"/>
              <a:gd name="csX3" fmla="*/ 6840536 w 6840536"/>
              <a:gd name="csY3" fmla="*/ 7919959 h 7920000"/>
              <a:gd name="csX4" fmla="*/ 6840536 w 6840536"/>
              <a:gd name="csY4" fmla="*/ 7920000 h 7920000"/>
              <a:gd name="csX5" fmla="*/ 2519361 w 6840536"/>
              <a:gd name="csY5" fmla="*/ 7920000 h 7920000"/>
              <a:gd name="csX6" fmla="*/ 2519361 w 6840536"/>
              <a:gd name="csY6" fmla="*/ 7919999 h 7920000"/>
              <a:gd name="csX7" fmla="*/ 0 w 6840536"/>
              <a:gd name="csY7" fmla="*/ 9133 h 7920000"/>
              <a:gd name="csX8" fmla="*/ 1989621 w 6840536"/>
              <a:gd name="csY8" fmla="*/ 9133 h 7920000"/>
              <a:gd name="csX0" fmla="*/ 1989621 w 6840536"/>
              <a:gd name="csY0" fmla="*/ 37 h 7910904"/>
              <a:gd name="csX1" fmla="*/ 6820374 w 6840536"/>
              <a:gd name="csY1" fmla="*/ 0 h 7910904"/>
              <a:gd name="csX2" fmla="*/ 4321176 w 6840536"/>
              <a:gd name="csY2" fmla="*/ 0 h 7910904"/>
              <a:gd name="csX3" fmla="*/ 6840536 w 6840536"/>
              <a:gd name="csY3" fmla="*/ 7910863 h 7910904"/>
              <a:gd name="csX4" fmla="*/ 6840536 w 6840536"/>
              <a:gd name="csY4" fmla="*/ 7910904 h 7910904"/>
              <a:gd name="csX5" fmla="*/ 2519361 w 6840536"/>
              <a:gd name="csY5" fmla="*/ 7910904 h 7910904"/>
              <a:gd name="csX6" fmla="*/ 2519361 w 6840536"/>
              <a:gd name="csY6" fmla="*/ 7910903 h 7910904"/>
              <a:gd name="csX7" fmla="*/ 0 w 6840536"/>
              <a:gd name="csY7" fmla="*/ 37 h 7910904"/>
              <a:gd name="csX8" fmla="*/ 1989621 w 6840536"/>
              <a:gd name="csY8" fmla="*/ 37 h 7910904"/>
              <a:gd name="csX0" fmla="*/ 0 w 6840536"/>
              <a:gd name="csY0" fmla="*/ 37 h 7910904"/>
              <a:gd name="csX1" fmla="*/ 6820374 w 6840536"/>
              <a:gd name="csY1" fmla="*/ 0 h 7910904"/>
              <a:gd name="csX2" fmla="*/ 4321176 w 6840536"/>
              <a:gd name="csY2" fmla="*/ 0 h 7910904"/>
              <a:gd name="csX3" fmla="*/ 6840536 w 6840536"/>
              <a:gd name="csY3" fmla="*/ 7910863 h 7910904"/>
              <a:gd name="csX4" fmla="*/ 6840536 w 6840536"/>
              <a:gd name="csY4" fmla="*/ 7910904 h 7910904"/>
              <a:gd name="csX5" fmla="*/ 2519361 w 6840536"/>
              <a:gd name="csY5" fmla="*/ 7910904 h 7910904"/>
              <a:gd name="csX6" fmla="*/ 2519361 w 6840536"/>
              <a:gd name="csY6" fmla="*/ 7910903 h 7910904"/>
              <a:gd name="csX7" fmla="*/ 0 w 6840536"/>
              <a:gd name="csY7" fmla="*/ 37 h 7910904"/>
              <a:gd name="csX0" fmla="*/ 0 w 6840536"/>
              <a:gd name="csY0" fmla="*/ 37 h 7910904"/>
              <a:gd name="csX1" fmla="*/ 4321176 w 6840536"/>
              <a:gd name="csY1" fmla="*/ 0 h 7910904"/>
              <a:gd name="csX2" fmla="*/ 6840536 w 6840536"/>
              <a:gd name="csY2" fmla="*/ 7910863 h 7910904"/>
              <a:gd name="csX3" fmla="*/ 6840536 w 6840536"/>
              <a:gd name="csY3" fmla="*/ 7910904 h 7910904"/>
              <a:gd name="csX4" fmla="*/ 2519361 w 6840536"/>
              <a:gd name="csY4" fmla="*/ 7910904 h 7910904"/>
              <a:gd name="csX5" fmla="*/ 2519361 w 6840536"/>
              <a:gd name="csY5" fmla="*/ 7910903 h 7910904"/>
              <a:gd name="csX6" fmla="*/ 0 w 6840536"/>
              <a:gd name="csY6" fmla="*/ 37 h 7910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40536" h="7910904">
                <a:moveTo>
                  <a:pt x="0" y="37"/>
                </a:moveTo>
                <a:lnTo>
                  <a:pt x="4321176" y="0"/>
                </a:lnTo>
                <a:lnTo>
                  <a:pt x="6840536" y="7910863"/>
                </a:lnTo>
                <a:lnTo>
                  <a:pt x="6840536" y="7910904"/>
                </a:lnTo>
                <a:lnTo>
                  <a:pt x="2519361" y="7910904"/>
                </a:lnTo>
                <a:lnTo>
                  <a:pt x="2519361" y="7910903"/>
                </a:lnTo>
                <a:lnTo>
                  <a:pt x="0" y="37"/>
                </a:lnTo>
                <a:close/>
              </a:path>
            </a:pathLst>
          </a:custGeom>
        </p:spPr>
        <p:txBody>
          <a:bodyPr wrap="square" lIns="0" tIns="0" rIns="0" bIns="0">
            <a:noAutofit/>
          </a:bodyPr>
          <a:lstStyle>
            <a:lvl1pPr>
              <a:defRPr>
                <a:latin typeface="FlandersArtSerif-Light" panose="00000400000000000000" pitchFamily="2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0E286469-7FE0-5125-6F2C-77F8D532F5B2}"/>
              </a:ext>
            </a:extLst>
          </p:cNvPr>
          <p:cNvSpPr>
            <a:spLocks/>
          </p:cNvSpPr>
          <p:nvPr userDrawn="1"/>
        </p:nvSpPr>
        <p:spPr>
          <a:xfrm rot="10800000">
            <a:off x="11520489" y="-38"/>
            <a:ext cx="2519361" cy="7920038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E941C00E-378D-CD67-5384-33BB5FFAA8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9" y="719138"/>
            <a:ext cx="7200000" cy="2700809"/>
          </a:xfrm>
          <a:prstGeom prst="rect">
            <a:avLst/>
          </a:prstGeom>
        </p:spPr>
        <p:txBody>
          <a:bodyPr lIns="0" tIns="0" rIns="0" bIns="360000" anchor="b" anchorCtr="0"/>
          <a:lstStyle>
            <a:lvl1pPr>
              <a:lnSpc>
                <a:spcPct val="80000"/>
              </a:lnSpc>
              <a:defRPr sz="5500">
                <a:latin typeface="FlandersArtSans-Regular" panose="00000500000000000000" pitchFamily="2" charset="0"/>
              </a:defRPr>
            </a:lvl1pPr>
          </a:lstStyle>
          <a:p>
            <a:r>
              <a:rPr lang="nl-BE" dirty="0"/>
              <a:t>ONZE TITEL</a:t>
            </a:r>
          </a:p>
        </p:txBody>
      </p:sp>
      <p:sp>
        <p:nvSpPr>
          <p:cNvPr id="18" name="Running Header">
            <a:extLst>
              <a:ext uri="{FF2B5EF4-FFF2-40B4-BE49-F238E27FC236}">
                <a16:creationId xmlns:a16="http://schemas.microsoft.com/office/drawing/2014/main" id="{66BB27DA-90FD-0A66-B6E9-0B694798987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nl-BE"/>
              <a:t>LOKAAL BESTUUR</a:t>
            </a:r>
            <a:endParaRPr lang="nl-BE" dirty="0">
              <a:solidFill>
                <a:schemeClr val="bg1"/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D27D60ED-8BE8-6613-402D-88F9E426ED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9138" y="3419947"/>
            <a:ext cx="7200000" cy="3780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61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oud 5 (foto lin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FD1A209C-3FC0-6B0A-2AB1-6DDC85671481}"/>
              </a:ext>
            </a:extLst>
          </p:cNvPr>
          <p:cNvSpPr>
            <a:spLocks/>
          </p:cNvSpPr>
          <p:nvPr userDrawn="1"/>
        </p:nvSpPr>
        <p:spPr>
          <a:xfrm rot="10800000">
            <a:off x="11520487" y="0"/>
            <a:ext cx="2519361" cy="7920038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F62562A4-5F45-293B-8E42-0F6FC98D47A3}"/>
              </a:ext>
            </a:extLst>
          </p:cNvPr>
          <p:cNvSpPr>
            <a:spLocks/>
          </p:cNvSpPr>
          <p:nvPr userDrawn="1"/>
        </p:nvSpPr>
        <p:spPr>
          <a:xfrm>
            <a:off x="-1011" y="0"/>
            <a:ext cx="5760000" cy="7920038"/>
          </a:xfrm>
          <a:custGeom>
            <a:avLst/>
            <a:gdLst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3240432 w 5774552"/>
              <a:gd name="csY4" fmla="*/ 7905745 h 7920038"/>
              <a:gd name="csX5" fmla="*/ 0 w 5774552"/>
              <a:gd name="csY5" fmla="*/ 7920038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774552" h="7920038">
                <a:moveTo>
                  <a:pt x="0" y="0"/>
                </a:moveTo>
                <a:lnTo>
                  <a:pt x="3240432" y="0"/>
                </a:lnTo>
                <a:lnTo>
                  <a:pt x="5774552" y="7920038"/>
                </a:lnTo>
                <a:lnTo>
                  <a:pt x="3240432" y="7920038"/>
                </a:lnTo>
                <a:lnTo>
                  <a:pt x="3240432" y="7905745"/>
                </a:lnTo>
                <a:lnTo>
                  <a:pt x="0" y="792003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3" name="Picture">
            <a:extLst>
              <a:ext uri="{FF2B5EF4-FFF2-40B4-BE49-F238E27FC236}">
                <a16:creationId xmlns:a16="http://schemas.microsoft.com/office/drawing/2014/main" id="{857757D7-0FF9-79E5-AAD7-F688F38EB3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760000" cy="7920038"/>
          </a:xfrm>
          <a:custGeom>
            <a:avLst/>
            <a:gdLst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3240432 w 5774552"/>
              <a:gd name="csY4" fmla="*/ 7905745 h 7920038"/>
              <a:gd name="csX5" fmla="*/ 0 w 5774552"/>
              <a:gd name="csY5" fmla="*/ 7920038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0 w 5774552"/>
              <a:gd name="csY4" fmla="*/ 7920038 h 7920038"/>
              <a:gd name="csX5" fmla="*/ 0 w 5774552"/>
              <a:gd name="csY5" fmla="*/ 0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0 w 5774552"/>
              <a:gd name="csY3" fmla="*/ 7920038 h 7920038"/>
              <a:gd name="csX4" fmla="*/ 0 w 5774552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74552" h="7920038">
                <a:moveTo>
                  <a:pt x="0" y="0"/>
                </a:moveTo>
                <a:lnTo>
                  <a:pt x="3240432" y="0"/>
                </a:lnTo>
                <a:lnTo>
                  <a:pt x="5774552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 lIns="0" tIns="0" rIns="0" bIns="0">
            <a:noAutofit/>
          </a:bodyPr>
          <a:lstStyle>
            <a:lvl1pPr>
              <a:defRPr>
                <a:latin typeface="FlandersArtSerif-Light" panose="00000400000000000000" pitchFamily="2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B5978129-869A-D3F0-560E-E1C31A8DBE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9813" y="719138"/>
            <a:ext cx="6121400" cy="2700809"/>
          </a:xfrm>
          <a:prstGeom prst="rect">
            <a:avLst/>
          </a:prstGeom>
        </p:spPr>
        <p:txBody>
          <a:bodyPr lIns="0" tIns="0" rIns="0" bIns="360000" anchor="b" anchorCtr="0"/>
          <a:lstStyle>
            <a:lvl1pPr>
              <a:lnSpc>
                <a:spcPct val="80000"/>
              </a:lnSpc>
              <a:defRPr sz="5500">
                <a:latin typeface="FlandersArtSans-Regular" panose="00000500000000000000" pitchFamily="2" charset="0"/>
              </a:defRPr>
            </a:lvl1pPr>
          </a:lstStyle>
          <a:p>
            <a:r>
              <a:rPr lang="nl-BE" dirty="0"/>
              <a:t>ONZE TITEL</a:t>
            </a:r>
          </a:p>
        </p:txBody>
      </p:sp>
      <p:sp>
        <p:nvSpPr>
          <p:cNvPr id="18" name="Running Header">
            <a:extLst>
              <a:ext uri="{FF2B5EF4-FFF2-40B4-BE49-F238E27FC236}">
                <a16:creationId xmlns:a16="http://schemas.microsoft.com/office/drawing/2014/main" id="{66BB27DA-90FD-0A66-B6E9-0B694798987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nl-BE"/>
              <a:t>LOKAAL BESTUUR</a:t>
            </a:r>
            <a:endParaRPr lang="nl-BE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42282-BE7F-BF18-D959-B39C074616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19813" y="3419947"/>
            <a:ext cx="6120000" cy="3780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957456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oud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>
            <a:extLst>
              <a:ext uri="{FF2B5EF4-FFF2-40B4-BE49-F238E27FC236}">
                <a16:creationId xmlns:a16="http://schemas.microsoft.com/office/drawing/2014/main" id="{BDF0E3BB-1E12-906E-4B92-877A9D5B9E30}"/>
              </a:ext>
            </a:extLst>
          </p:cNvPr>
          <p:cNvSpPr>
            <a:spLocks/>
          </p:cNvSpPr>
          <p:nvPr userDrawn="1"/>
        </p:nvSpPr>
        <p:spPr>
          <a:xfrm rot="10800000">
            <a:off x="11519848" y="0"/>
            <a:ext cx="2520000" cy="7920038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47C49D96-475B-5502-1E17-042F9FF0D0F2}"/>
              </a:ext>
            </a:extLst>
          </p:cNvPr>
          <p:cNvSpPr>
            <a:spLocks/>
          </p:cNvSpPr>
          <p:nvPr userDrawn="1"/>
        </p:nvSpPr>
        <p:spPr>
          <a:xfrm>
            <a:off x="0" y="1"/>
            <a:ext cx="2520000" cy="7920038"/>
          </a:xfrm>
          <a:custGeom>
            <a:avLst/>
            <a:gdLst>
              <a:gd name="csX0" fmla="*/ 0 w 1439863"/>
              <a:gd name="csY0" fmla="*/ 0 h 4526453"/>
              <a:gd name="csX1" fmla="*/ 1439863 w 1439863"/>
              <a:gd name="csY1" fmla="*/ 4526453 h 4526453"/>
              <a:gd name="csX2" fmla="*/ 0 w 1439863"/>
              <a:gd name="csY2" fmla="*/ 4526453 h 4526453"/>
              <a:gd name="csX3" fmla="*/ 0 w 1439863"/>
              <a:gd name="csY3" fmla="*/ 0 h 45264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39863" h="4526453">
                <a:moveTo>
                  <a:pt x="0" y="0"/>
                </a:moveTo>
                <a:lnTo>
                  <a:pt x="1439863" y="4526453"/>
                </a:lnTo>
                <a:lnTo>
                  <a:pt x="0" y="452645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5F34E4C1-CE67-1273-783C-A497309385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725" y="719138"/>
            <a:ext cx="9360000" cy="2700809"/>
          </a:xfrm>
          <a:prstGeom prst="rect">
            <a:avLst/>
          </a:prstGeom>
        </p:spPr>
        <p:txBody>
          <a:bodyPr lIns="0" tIns="0" rIns="0" bIns="360000" anchor="b" anchorCtr="0"/>
          <a:lstStyle>
            <a:lvl1pPr>
              <a:lnSpc>
                <a:spcPct val="80000"/>
              </a:lnSpc>
              <a:defRPr sz="5500">
                <a:latin typeface="FlandersArtSans-Regular" panose="00000500000000000000" pitchFamily="2" charset="0"/>
              </a:defRPr>
            </a:lvl1pPr>
          </a:lstStyle>
          <a:p>
            <a:r>
              <a:rPr lang="nl-BE" dirty="0"/>
              <a:t>ONZE TITEL</a:t>
            </a:r>
          </a:p>
        </p:txBody>
      </p:sp>
      <p:sp>
        <p:nvSpPr>
          <p:cNvPr id="8" name="Running Header">
            <a:extLst>
              <a:ext uri="{FF2B5EF4-FFF2-40B4-BE49-F238E27FC236}">
                <a16:creationId xmlns:a16="http://schemas.microsoft.com/office/drawing/2014/main" id="{1381EDEF-9174-4F93-082B-C4D30E590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nl-BE"/>
              <a:t>LOKAAL BESTUUR</a:t>
            </a:r>
            <a:endParaRPr lang="nl-BE" dirty="0">
              <a:solidFill>
                <a:schemeClr val="bg1"/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280F69A-3A71-33E0-F52A-5A1DB065DF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725" y="3419947"/>
            <a:ext cx="9360000" cy="3780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52650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uze">
    <p:bg>
      <p:bgPr>
        <a:solidFill>
          <a:srgbClr val="006D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62E137D5-BBA7-303A-56B5-40A22CA03428}"/>
              </a:ext>
            </a:extLst>
          </p:cNvPr>
          <p:cNvSpPr>
            <a:spLocks/>
          </p:cNvSpPr>
          <p:nvPr userDrawn="1"/>
        </p:nvSpPr>
        <p:spPr>
          <a:xfrm rot="10800000">
            <a:off x="8280000" y="0"/>
            <a:ext cx="5760000" cy="7920038"/>
          </a:xfrm>
          <a:custGeom>
            <a:avLst/>
            <a:gdLst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3240432 w 5774552"/>
              <a:gd name="csY4" fmla="*/ 7905745 h 7920038"/>
              <a:gd name="csX5" fmla="*/ 0 w 5774552"/>
              <a:gd name="csY5" fmla="*/ 7920038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0 w 5774552"/>
              <a:gd name="csY4" fmla="*/ 7920038 h 7920038"/>
              <a:gd name="csX5" fmla="*/ 0 w 5774552"/>
              <a:gd name="csY5" fmla="*/ 0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0 w 5774552"/>
              <a:gd name="csY3" fmla="*/ 7920038 h 7920038"/>
              <a:gd name="csX4" fmla="*/ 0 w 5774552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74552" h="7920038">
                <a:moveTo>
                  <a:pt x="0" y="0"/>
                </a:moveTo>
                <a:lnTo>
                  <a:pt x="3240432" y="0"/>
                </a:lnTo>
                <a:lnTo>
                  <a:pt x="5774552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B5978129-869A-D3F0-560E-E1C31A8DBE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7" y="719138"/>
            <a:ext cx="12601575" cy="6841361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lnSpc>
                <a:spcPct val="75000"/>
              </a:lnSpc>
              <a:defRPr sz="12000" b="1">
                <a:solidFill>
                  <a:schemeClr val="bg1"/>
                </a:solidFill>
                <a:latin typeface="FlandersArtSerif-Light" panose="00000400000000000000" pitchFamily="2" charset="0"/>
              </a:defRPr>
            </a:lvl1pPr>
          </a:lstStyle>
          <a:p>
            <a:r>
              <a:rPr lang="nl-BE" dirty="0"/>
              <a:t>PAUZE</a:t>
            </a:r>
          </a:p>
        </p:txBody>
      </p:sp>
      <p:pic>
        <p:nvPicPr>
          <p:cNvPr id="2" name="ABB">
            <a:extLst>
              <a:ext uri="{FF2B5EF4-FFF2-40B4-BE49-F238E27FC236}">
                <a16:creationId xmlns:a16="http://schemas.microsoft.com/office/drawing/2014/main" id="{A7B21158-527D-7636-6DE2-2B383106DC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363" y="719138"/>
            <a:ext cx="1800000" cy="728090"/>
          </a:xfrm>
          <a:prstGeom prst="rect">
            <a:avLst/>
          </a:prstGeom>
        </p:spPr>
      </p:pic>
      <p:sp>
        <p:nvSpPr>
          <p:cNvPr id="4" name="Vrije vorm 3">
            <a:extLst>
              <a:ext uri="{FF2B5EF4-FFF2-40B4-BE49-F238E27FC236}">
                <a16:creationId xmlns:a16="http://schemas.microsoft.com/office/drawing/2014/main" id="{0E282168-94F4-10EA-9D24-001A0A9B76D4}"/>
              </a:ext>
            </a:extLst>
          </p:cNvPr>
          <p:cNvSpPr>
            <a:spLocks noChangeAspect="1"/>
          </p:cNvSpPr>
          <p:nvPr userDrawn="1"/>
        </p:nvSpPr>
        <p:spPr>
          <a:xfrm>
            <a:off x="12310789" y="-8239"/>
            <a:ext cx="1738755" cy="5400000"/>
          </a:xfrm>
          <a:custGeom>
            <a:avLst/>
            <a:gdLst>
              <a:gd name="csX0" fmla="*/ 0 w 2560320"/>
              <a:gd name="csY0" fmla="*/ 0 h 7479792"/>
              <a:gd name="csX1" fmla="*/ 2560320 w 2560320"/>
              <a:gd name="csY1" fmla="*/ 7479792 h 7479792"/>
              <a:gd name="csX2" fmla="*/ 2560320 w 2560320"/>
              <a:gd name="csY2" fmla="*/ 9144 h 7479792"/>
              <a:gd name="csX3" fmla="*/ 0 w 2560320"/>
              <a:gd name="csY3" fmla="*/ 0 h 7479792"/>
              <a:gd name="csX0" fmla="*/ 0 w 2569464"/>
              <a:gd name="csY0" fmla="*/ 0 h 7900416"/>
              <a:gd name="csX1" fmla="*/ 2569464 w 2569464"/>
              <a:gd name="csY1" fmla="*/ 7900416 h 7900416"/>
              <a:gd name="csX2" fmla="*/ 2560320 w 2569464"/>
              <a:gd name="csY2" fmla="*/ 9144 h 7900416"/>
              <a:gd name="csX3" fmla="*/ 0 w 2569464"/>
              <a:gd name="csY3" fmla="*/ 0 h 7900416"/>
              <a:gd name="csX0" fmla="*/ 0 w 2610653"/>
              <a:gd name="csY0" fmla="*/ 0 h 7900416"/>
              <a:gd name="csX1" fmla="*/ 2610653 w 2610653"/>
              <a:gd name="csY1" fmla="*/ 7900416 h 7900416"/>
              <a:gd name="csX2" fmla="*/ 2601509 w 2610653"/>
              <a:gd name="csY2" fmla="*/ 9144 h 7900416"/>
              <a:gd name="csX3" fmla="*/ 0 w 2610653"/>
              <a:gd name="csY3" fmla="*/ 0 h 7900416"/>
              <a:gd name="csX0" fmla="*/ 0 w 2610653"/>
              <a:gd name="csY0" fmla="*/ 0 h 7826275"/>
              <a:gd name="csX1" fmla="*/ 2610653 w 2610653"/>
              <a:gd name="csY1" fmla="*/ 7826275 h 7826275"/>
              <a:gd name="csX2" fmla="*/ 2601509 w 2610653"/>
              <a:gd name="csY2" fmla="*/ 9144 h 7826275"/>
              <a:gd name="csX3" fmla="*/ 0 w 2610653"/>
              <a:gd name="csY3" fmla="*/ 0 h 7826275"/>
              <a:gd name="csX0" fmla="*/ 0 w 2601509"/>
              <a:gd name="csY0" fmla="*/ 0 h 7834513"/>
              <a:gd name="csX1" fmla="*/ 2511799 w 2601509"/>
              <a:gd name="csY1" fmla="*/ 7834513 h 7834513"/>
              <a:gd name="csX2" fmla="*/ 2601509 w 2601509"/>
              <a:gd name="csY2" fmla="*/ 9144 h 7834513"/>
              <a:gd name="csX3" fmla="*/ 0 w 2601509"/>
              <a:gd name="csY3" fmla="*/ 0 h 7834513"/>
              <a:gd name="csX0" fmla="*/ 0 w 2519131"/>
              <a:gd name="csY0" fmla="*/ 0 h 7834513"/>
              <a:gd name="csX1" fmla="*/ 2511799 w 2519131"/>
              <a:gd name="csY1" fmla="*/ 7834513 h 7834513"/>
              <a:gd name="csX2" fmla="*/ 2519131 w 2519131"/>
              <a:gd name="csY2" fmla="*/ 17382 h 7834513"/>
              <a:gd name="csX3" fmla="*/ 0 w 2519131"/>
              <a:gd name="csY3" fmla="*/ 0 h 7834513"/>
              <a:gd name="csX0" fmla="*/ 0 w 2519131"/>
              <a:gd name="csY0" fmla="*/ 0 h 7834513"/>
              <a:gd name="csX1" fmla="*/ 2511799 w 2519131"/>
              <a:gd name="csY1" fmla="*/ 7834513 h 7834513"/>
              <a:gd name="csX2" fmla="*/ 2519131 w 2519131"/>
              <a:gd name="csY2" fmla="*/ 906 h 7834513"/>
              <a:gd name="csX3" fmla="*/ 0 w 2519131"/>
              <a:gd name="csY3" fmla="*/ 0 h 7834513"/>
              <a:gd name="csX0" fmla="*/ 0 w 2511799"/>
              <a:gd name="csY0" fmla="*/ 0 h 7834513"/>
              <a:gd name="csX1" fmla="*/ 2511799 w 2511799"/>
              <a:gd name="csY1" fmla="*/ 7834513 h 7834513"/>
              <a:gd name="csX2" fmla="*/ 1489401 w 2511799"/>
              <a:gd name="csY2" fmla="*/ 124474 h 7834513"/>
              <a:gd name="csX3" fmla="*/ 0 w 2511799"/>
              <a:gd name="csY3" fmla="*/ 0 h 7834513"/>
              <a:gd name="csX0" fmla="*/ 0 w 2511799"/>
              <a:gd name="csY0" fmla="*/ 0 h 7834513"/>
              <a:gd name="csX1" fmla="*/ 2511799 w 2511799"/>
              <a:gd name="csY1" fmla="*/ 7834513 h 7834513"/>
              <a:gd name="csX2" fmla="*/ 2197856 w 2511799"/>
              <a:gd name="csY2" fmla="*/ 25620 h 7834513"/>
              <a:gd name="csX3" fmla="*/ 0 w 2511799"/>
              <a:gd name="csY3" fmla="*/ 0 h 7834513"/>
              <a:gd name="csX0" fmla="*/ 0 w 2511799"/>
              <a:gd name="csY0" fmla="*/ 0 h 7834513"/>
              <a:gd name="csX1" fmla="*/ 2511799 w 2511799"/>
              <a:gd name="csY1" fmla="*/ 7834513 h 7834513"/>
              <a:gd name="csX2" fmla="*/ 2206094 w 2511799"/>
              <a:gd name="csY2" fmla="*/ 906 h 7834513"/>
              <a:gd name="csX3" fmla="*/ 0 w 2511799"/>
              <a:gd name="csY3" fmla="*/ 0 h 7834513"/>
              <a:gd name="csX0" fmla="*/ 0 w 2206999"/>
              <a:gd name="csY0" fmla="*/ 0 h 6854210"/>
              <a:gd name="csX1" fmla="*/ 2206999 w 2206999"/>
              <a:gd name="csY1" fmla="*/ 6854210 h 6854210"/>
              <a:gd name="csX2" fmla="*/ 2206094 w 2206999"/>
              <a:gd name="csY2" fmla="*/ 906 h 6854210"/>
              <a:gd name="csX3" fmla="*/ 0 w 2206999"/>
              <a:gd name="csY3" fmla="*/ 0 h 68542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06999" h="6854210">
                <a:moveTo>
                  <a:pt x="0" y="0"/>
                </a:moveTo>
                <a:lnTo>
                  <a:pt x="2206999" y="6854210"/>
                </a:lnTo>
                <a:cubicBezTo>
                  <a:pt x="2206697" y="4569775"/>
                  <a:pt x="2206396" y="2285341"/>
                  <a:pt x="2206094" y="906"/>
                </a:cubicBezTo>
                <a:lnTo>
                  <a:pt x="0" y="0"/>
                </a:lnTo>
                <a:close/>
              </a:path>
            </a:pathLst>
          </a:custGeom>
          <a:solidFill>
            <a:srgbClr val="F0EE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C70398A-47E7-7284-0118-B30FD73FE0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0487" y="719138"/>
            <a:ext cx="2529057" cy="99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222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t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71E393EA-6B92-8121-0B42-044E4C1055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281" y="-2618"/>
            <a:ext cx="14039850" cy="7920038"/>
          </a:xfrm>
          <a:custGeom>
            <a:avLst/>
            <a:gdLst>
              <a:gd name="csX0" fmla="*/ 0 w 14039850"/>
              <a:gd name="csY0" fmla="*/ 0 h 7920038"/>
              <a:gd name="csX1" fmla="*/ 14039850 w 14039850"/>
              <a:gd name="csY1" fmla="*/ 0 h 7920038"/>
              <a:gd name="csX2" fmla="*/ 14039850 w 14039850"/>
              <a:gd name="csY2" fmla="*/ 7920038 h 7920038"/>
              <a:gd name="csX3" fmla="*/ 0 w 14039850"/>
              <a:gd name="csY3" fmla="*/ 7920038 h 7920038"/>
              <a:gd name="csX4" fmla="*/ 0 w 14039850"/>
              <a:gd name="csY4" fmla="*/ 0 h 7920038"/>
              <a:gd name="csX0" fmla="*/ 0 w 14039850"/>
              <a:gd name="csY0" fmla="*/ 0 h 7920038"/>
              <a:gd name="csX1" fmla="*/ 11504040 w 14039850"/>
              <a:gd name="csY1" fmla="*/ 0 h 7920038"/>
              <a:gd name="csX2" fmla="*/ 14039850 w 14039850"/>
              <a:gd name="csY2" fmla="*/ 7920038 h 7920038"/>
              <a:gd name="csX3" fmla="*/ 0 w 14039850"/>
              <a:gd name="csY3" fmla="*/ 7920038 h 7920038"/>
              <a:gd name="csX4" fmla="*/ 0 w 14039850"/>
              <a:gd name="csY4" fmla="*/ 0 h 7920038"/>
              <a:gd name="csX0" fmla="*/ 0 w 14039850"/>
              <a:gd name="csY0" fmla="*/ 0 h 7920038"/>
              <a:gd name="csX1" fmla="*/ 11522894 w 14039850"/>
              <a:gd name="csY1" fmla="*/ 0 h 7920038"/>
              <a:gd name="csX2" fmla="*/ 14039850 w 14039850"/>
              <a:gd name="csY2" fmla="*/ 7920038 h 7920038"/>
              <a:gd name="csX3" fmla="*/ 0 w 14039850"/>
              <a:gd name="csY3" fmla="*/ 7920038 h 7920038"/>
              <a:gd name="csX4" fmla="*/ 0 w 14039850"/>
              <a:gd name="csY4" fmla="*/ 0 h 7920038"/>
              <a:gd name="csX0" fmla="*/ 0 w 14039850"/>
              <a:gd name="csY0" fmla="*/ 0 h 7920038"/>
              <a:gd name="csX1" fmla="*/ 11513467 w 14039850"/>
              <a:gd name="csY1" fmla="*/ 9427 h 7920038"/>
              <a:gd name="csX2" fmla="*/ 14039850 w 14039850"/>
              <a:gd name="csY2" fmla="*/ 7920038 h 7920038"/>
              <a:gd name="csX3" fmla="*/ 0 w 14039850"/>
              <a:gd name="csY3" fmla="*/ 7920038 h 7920038"/>
              <a:gd name="csX4" fmla="*/ 0 w 14039850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039850" h="7920038">
                <a:moveTo>
                  <a:pt x="0" y="0"/>
                </a:moveTo>
                <a:lnTo>
                  <a:pt x="11513467" y="9427"/>
                </a:lnTo>
                <a:lnTo>
                  <a:pt x="14039850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BE" dirty="0"/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0E286469-7FE0-5125-6F2C-77F8D532F5B2}"/>
              </a:ext>
            </a:extLst>
          </p:cNvPr>
          <p:cNvSpPr>
            <a:spLocks/>
          </p:cNvSpPr>
          <p:nvPr userDrawn="1"/>
        </p:nvSpPr>
        <p:spPr>
          <a:xfrm rot="10800000">
            <a:off x="11519394" y="0"/>
            <a:ext cx="2519361" cy="7920038"/>
          </a:xfrm>
          <a:prstGeom prst="rtTriangle">
            <a:avLst/>
          </a:prstGeom>
          <a:solidFill>
            <a:srgbClr val="006D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F843812C-0D92-61AD-B8EC-2F71A1AEB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932" y="4770127"/>
            <a:ext cx="8261605" cy="2779411"/>
          </a:xfrm>
          <a:prstGeom prst="rect">
            <a:avLst/>
          </a:prstGeom>
        </p:spPr>
        <p:txBody>
          <a:bodyPr lIns="0" tIns="0" rIns="0" bIns="360000" anchor="b" anchorCtr="0"/>
          <a:lstStyle>
            <a:lvl1pPr>
              <a:lnSpc>
                <a:spcPct val="80000"/>
              </a:lnSpc>
              <a:defRPr sz="4500">
                <a:solidFill>
                  <a:schemeClr val="bg1"/>
                </a:solidFill>
                <a:highlight>
                  <a:srgbClr val="006D70"/>
                </a:highlight>
                <a:latin typeface="FlandersArtSans-Regular" panose="00000500000000000000" pitchFamily="2" charset="0"/>
              </a:defRPr>
            </a:lvl1pPr>
          </a:lstStyle>
          <a:p>
            <a:r>
              <a:rPr lang="nl-BE"/>
              <a:t>Hier kan een titel komen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011326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3"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">
            <a:extLst>
              <a:ext uri="{FF2B5EF4-FFF2-40B4-BE49-F238E27FC236}">
                <a16:creationId xmlns:a16="http://schemas.microsoft.com/office/drawing/2014/main" id="{F27A4900-17FF-9831-C109-5745624BE684}"/>
              </a:ext>
            </a:extLst>
          </p:cNvPr>
          <p:cNvSpPr>
            <a:spLocks/>
          </p:cNvSpPr>
          <p:nvPr userDrawn="1"/>
        </p:nvSpPr>
        <p:spPr>
          <a:xfrm rot="10800000">
            <a:off x="11520487" y="0"/>
            <a:ext cx="2519361" cy="792003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A4AD39D8-D4EA-B172-8DE3-C7B148F792AF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2519361" cy="792003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D5535E5D-9072-33BF-3C40-E0AAF0EFF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1696" y="6300781"/>
            <a:ext cx="2878929" cy="90012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defTabSz="108000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Flanders Art Sans"/>
              <a:buNone/>
              <a:tabLst/>
              <a:defRPr sz="1250" b="0" i="0">
                <a:latin typeface="FlandersArtSerif-Light" panose="00000400000000000000" pitchFamily="2" charset="0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>
              <a:spcAft>
                <a:spcPts val="0"/>
              </a:spcAft>
            </a:pPr>
            <a:r>
              <a:rPr lang="nl-BE" b="1"/>
              <a:t>Contactgegevens</a:t>
            </a:r>
            <a:endParaRPr lang="nl-BE"/>
          </a:p>
          <a:p>
            <a:pPr lvl="0">
              <a:spcAft>
                <a:spcPts val="0"/>
              </a:spcAft>
            </a:pPr>
            <a:r>
              <a:rPr lang="nl-BE"/>
              <a:t>+32484000000</a:t>
            </a:r>
          </a:p>
          <a:p>
            <a:pPr lvl="0">
              <a:spcAft>
                <a:spcPts val="0"/>
              </a:spcAft>
            </a:pPr>
            <a:r>
              <a:rPr lang="nl-BE"/>
              <a:t>info@website.vlaanderen</a:t>
            </a:r>
          </a:p>
          <a:p>
            <a:pPr lvl="0">
              <a:spcAft>
                <a:spcPts val="0"/>
              </a:spcAft>
            </a:pPr>
            <a:r>
              <a:rPr lang="nl-BE"/>
              <a:t>www.website.vlaanderen</a:t>
            </a:r>
            <a:endParaRPr lang="nl-BE" dirty="0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477769A-2111-8C1D-CE0B-83FAE36BB0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1287" y="6300780"/>
            <a:ext cx="2879251" cy="90012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defTabSz="108000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Flanders Art Sans"/>
              <a:buNone/>
              <a:tabLst/>
              <a:defRPr sz="1250" b="0" i="0">
                <a:latin typeface="FlandersArtSerif-Light" panose="00000400000000000000" pitchFamily="2" charset="0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>
              <a:spcAft>
                <a:spcPts val="0"/>
              </a:spcAft>
            </a:pPr>
            <a:r>
              <a:rPr lang="nl-BE" b="1"/>
              <a:t>Contactgegevens</a:t>
            </a:r>
            <a:endParaRPr lang="nl-BE"/>
          </a:p>
          <a:p>
            <a:pPr lvl="0">
              <a:spcAft>
                <a:spcPts val="0"/>
              </a:spcAft>
            </a:pPr>
            <a:r>
              <a:rPr lang="nl-BE"/>
              <a:t>+32484000000</a:t>
            </a:r>
          </a:p>
          <a:p>
            <a:pPr lvl="0">
              <a:spcAft>
                <a:spcPts val="0"/>
              </a:spcAft>
            </a:pPr>
            <a:r>
              <a:rPr lang="nl-BE"/>
              <a:t>info@website.vlaanderen</a:t>
            </a:r>
          </a:p>
          <a:p>
            <a:pPr lvl="0">
              <a:spcAft>
                <a:spcPts val="0"/>
              </a:spcAft>
            </a:pPr>
            <a:r>
              <a:rPr lang="nl-BE"/>
              <a:t>www.website.vlaanderen</a:t>
            </a:r>
            <a:endParaRPr lang="nl-BE" dirty="0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1ADCFFD-9A41-B23B-93D6-72A29B8941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878" y="6300780"/>
            <a:ext cx="2877985" cy="90012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defTabSz="108000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Flanders Art Sans"/>
              <a:buNone/>
              <a:tabLst/>
              <a:defRPr sz="1250" b="0" i="0">
                <a:latin typeface="FlandersArtSerif-Light" panose="00000400000000000000" pitchFamily="2" charset="0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>
              <a:spcAft>
                <a:spcPts val="0"/>
              </a:spcAft>
            </a:pPr>
            <a:r>
              <a:rPr lang="nl-BE" b="1"/>
              <a:t>Contactgegevens</a:t>
            </a:r>
            <a:endParaRPr lang="nl-BE"/>
          </a:p>
          <a:p>
            <a:pPr lvl="0">
              <a:spcAft>
                <a:spcPts val="0"/>
              </a:spcAft>
            </a:pPr>
            <a:r>
              <a:rPr lang="nl-BE"/>
              <a:t>+32484000000</a:t>
            </a:r>
          </a:p>
          <a:p>
            <a:pPr lvl="0">
              <a:spcAft>
                <a:spcPts val="0"/>
              </a:spcAft>
            </a:pPr>
            <a:r>
              <a:rPr lang="nl-BE"/>
              <a:t>info@website.vlaanderen</a:t>
            </a:r>
          </a:p>
          <a:p>
            <a:pPr lvl="0">
              <a:spcAft>
                <a:spcPts val="0"/>
              </a:spcAft>
            </a:pPr>
            <a:r>
              <a:rPr lang="nl-BE"/>
              <a:t>www.website.vlaanderen</a:t>
            </a:r>
            <a:endParaRPr lang="nl-BE" dirty="0"/>
          </a:p>
        </p:txBody>
      </p:sp>
      <p:sp>
        <p:nvSpPr>
          <p:cNvPr id="14" name="Name">
            <a:extLst>
              <a:ext uri="{FF2B5EF4-FFF2-40B4-BE49-F238E27FC236}">
                <a16:creationId xmlns:a16="http://schemas.microsoft.com/office/drawing/2014/main" id="{DE62271A-D4CA-B09F-AB8F-249D0DC17B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0000" y="5040163"/>
            <a:ext cx="2878929" cy="1260616"/>
          </a:xfrm>
          <a:prstGeom prst="rect">
            <a:avLst/>
          </a:prstGeom>
        </p:spPr>
        <p:txBody>
          <a:bodyPr lIns="0" tIns="0" rIns="0" bIns="180000" anchor="b" anchorCtr="0"/>
          <a:lstStyle>
            <a:lvl1pPr marL="0" indent="0" defTabSz="1080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None/>
              <a:tabLst/>
              <a:defRPr lang="en-GB" sz="3000" kern="1200" baseline="0">
                <a:solidFill>
                  <a:schemeClr val="tx1"/>
                </a:solidFill>
                <a:latin typeface="FlandersArtSans-Regular" panose="00000500000000000000" pitchFamily="2" charset="0"/>
                <a:ea typeface="+mj-ea"/>
                <a:cs typeface="+mj-cs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/>
            <a:r>
              <a:rPr lang="nl-BE"/>
              <a:t>VOORNAAM</a:t>
            </a:r>
            <a:br>
              <a:rPr lang="nl-BE"/>
            </a:br>
            <a:r>
              <a:rPr lang="nl-BE"/>
              <a:t>ACHTERNAAM</a:t>
            </a:r>
            <a:endParaRPr lang="nl-BE" dirty="0"/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79624B95-0B2E-3D0A-B640-188DC13B33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61609" y="5040163"/>
            <a:ext cx="2878929" cy="1260616"/>
          </a:xfrm>
          <a:prstGeom prst="rect">
            <a:avLst/>
          </a:prstGeom>
        </p:spPr>
        <p:txBody>
          <a:bodyPr lIns="0" tIns="0" rIns="0" bIns="180000" anchor="b" anchorCtr="0"/>
          <a:lstStyle>
            <a:lvl1pPr marL="0" indent="0" defTabSz="1080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None/>
              <a:tabLst/>
              <a:defRPr lang="en-GB" sz="3000" kern="1200" baseline="0">
                <a:solidFill>
                  <a:schemeClr val="tx1"/>
                </a:solidFill>
                <a:latin typeface="FlandersArtSans-Regular" panose="00000500000000000000" pitchFamily="2" charset="0"/>
                <a:ea typeface="+mj-ea"/>
                <a:cs typeface="+mj-cs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/>
            <a:r>
              <a:rPr lang="nl-BE"/>
              <a:t>VOORNAAM</a:t>
            </a:r>
            <a:br>
              <a:rPr lang="nl-BE"/>
            </a:br>
            <a:r>
              <a:rPr lang="nl-BE"/>
              <a:t>ACHTERNAAM</a:t>
            </a:r>
            <a:endParaRPr lang="nl-BE" dirty="0"/>
          </a:p>
        </p:txBody>
      </p:sp>
      <p:sp>
        <p:nvSpPr>
          <p:cNvPr id="19" name="Name">
            <a:extLst>
              <a:ext uri="{FF2B5EF4-FFF2-40B4-BE49-F238E27FC236}">
                <a16:creationId xmlns:a16="http://schemas.microsoft.com/office/drawing/2014/main" id="{B0CD83C3-F06B-EE8B-B61A-742518174F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218" y="5040163"/>
            <a:ext cx="2878929" cy="1260616"/>
          </a:xfrm>
          <a:prstGeom prst="rect">
            <a:avLst/>
          </a:prstGeom>
        </p:spPr>
        <p:txBody>
          <a:bodyPr lIns="0" tIns="0" rIns="0" bIns="180000" anchor="b" anchorCtr="0"/>
          <a:lstStyle>
            <a:lvl1pPr marL="0" indent="0" defTabSz="1080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None/>
              <a:tabLst/>
              <a:defRPr lang="en-GB" sz="3000" kern="1200" baseline="0">
                <a:solidFill>
                  <a:schemeClr val="tx1"/>
                </a:solidFill>
                <a:latin typeface="FlandersArtSans-Regular" panose="00000500000000000000" pitchFamily="2" charset="0"/>
                <a:ea typeface="+mj-ea"/>
                <a:cs typeface="+mj-cs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/>
            <a:r>
              <a:rPr lang="nl-BE"/>
              <a:t>VOORNAAM</a:t>
            </a:r>
            <a:br>
              <a:rPr lang="nl-BE"/>
            </a:br>
            <a:r>
              <a:rPr lang="nl-BE"/>
              <a:t>ACHTERNAAM</a:t>
            </a:r>
            <a:endParaRPr lang="nl-BE" dirty="0"/>
          </a:p>
        </p:txBody>
      </p:sp>
      <p:sp>
        <p:nvSpPr>
          <p:cNvPr id="16" name="Shape">
            <a:extLst>
              <a:ext uri="{FF2B5EF4-FFF2-40B4-BE49-F238E27FC236}">
                <a16:creationId xmlns:a16="http://schemas.microsoft.com/office/drawing/2014/main" id="{1941990D-A2F0-069C-E90C-7052E35113E8}"/>
              </a:ext>
            </a:extLst>
          </p:cNvPr>
          <p:cNvSpPr/>
          <p:nvPr userDrawn="1"/>
        </p:nvSpPr>
        <p:spPr>
          <a:xfrm>
            <a:off x="7201052" y="2159334"/>
            <a:ext cx="2881313" cy="28808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BE" dirty="0">
                <a:noFill/>
                <a:latin typeface="FlandersArtSerif-Light" panose="00000400000000000000" pitchFamily="2" charset="0"/>
              </a:rPr>
              <a:t>v</a:t>
            </a:r>
          </a:p>
        </p:txBody>
      </p:sp>
      <p:sp>
        <p:nvSpPr>
          <p:cNvPr id="10" name="Shape">
            <a:extLst>
              <a:ext uri="{FF2B5EF4-FFF2-40B4-BE49-F238E27FC236}">
                <a16:creationId xmlns:a16="http://schemas.microsoft.com/office/drawing/2014/main" id="{DE87FE5E-5D92-375D-504D-B5EFDEB1E2DE}"/>
              </a:ext>
            </a:extLst>
          </p:cNvPr>
          <p:cNvSpPr/>
          <p:nvPr userDrawn="1"/>
        </p:nvSpPr>
        <p:spPr>
          <a:xfrm>
            <a:off x="3960965" y="2159332"/>
            <a:ext cx="2881313" cy="28808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BE" dirty="0">
                <a:noFill/>
                <a:latin typeface="FlandersArtSerif-Light" panose="00000400000000000000" pitchFamily="2" charset="0"/>
              </a:rPr>
              <a:t>v</a:t>
            </a:r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25C723B2-1910-5C53-05DE-5B23F62A2A2F}"/>
              </a:ext>
            </a:extLst>
          </p:cNvPr>
          <p:cNvSpPr/>
          <p:nvPr userDrawn="1"/>
        </p:nvSpPr>
        <p:spPr>
          <a:xfrm>
            <a:off x="720878" y="2159330"/>
            <a:ext cx="2881313" cy="28808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BE" dirty="0">
                <a:noFill/>
                <a:latin typeface="FlandersArtSerif-Light" panose="00000400000000000000" pitchFamily="2" charset="0"/>
              </a:rPr>
              <a:t>v</a:t>
            </a:r>
          </a:p>
        </p:txBody>
      </p:sp>
      <p:sp>
        <p:nvSpPr>
          <p:cNvPr id="15" name="Picture">
            <a:extLst>
              <a:ext uri="{FF2B5EF4-FFF2-40B4-BE49-F238E27FC236}">
                <a16:creationId xmlns:a16="http://schemas.microsoft.com/office/drawing/2014/main" id="{252B41B6-A7ED-BDD4-3C40-7E13D37F7E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01052" y="2159334"/>
            <a:ext cx="2881313" cy="2880831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>
                <a:latin typeface="FlandersArtSerif-Light" panose="00000400000000000000" pitchFamily="2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11" name="Picture">
            <a:extLst>
              <a:ext uri="{FF2B5EF4-FFF2-40B4-BE49-F238E27FC236}">
                <a16:creationId xmlns:a16="http://schemas.microsoft.com/office/drawing/2014/main" id="{C9829037-0C55-2EF7-99A3-A2AA8876C8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0965" y="2159332"/>
            <a:ext cx="2881313" cy="2880831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>
                <a:latin typeface="FlandersArtSerif-Light" panose="00000400000000000000" pitchFamily="2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13" name="Picture">
            <a:extLst>
              <a:ext uri="{FF2B5EF4-FFF2-40B4-BE49-F238E27FC236}">
                <a16:creationId xmlns:a16="http://schemas.microsoft.com/office/drawing/2014/main" id="{B9841A5E-228B-433D-C0DD-BF9A338D2B1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20878" y="2159330"/>
            <a:ext cx="2881313" cy="2880831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>
                <a:latin typeface="FlandersArtSerif-Light" panose="00000400000000000000" pitchFamily="2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3" name="Title">
            <a:extLst>
              <a:ext uri="{FF2B5EF4-FFF2-40B4-BE49-F238E27FC236}">
                <a16:creationId xmlns:a16="http://schemas.microsoft.com/office/drawing/2014/main" id="{EEE83F28-505F-AB59-C20D-DA87D57493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9" y="719138"/>
            <a:ext cx="9359790" cy="1440190"/>
          </a:xfrm>
          <a:prstGeom prst="rect">
            <a:avLst/>
          </a:prstGeom>
        </p:spPr>
        <p:txBody>
          <a:bodyPr lIns="0" tIns="0" rIns="0" bIns="360000" anchor="t" anchorCtr="0"/>
          <a:lstStyle>
            <a:lvl1pPr>
              <a:lnSpc>
                <a:spcPct val="80000"/>
              </a:lnSpc>
              <a:defRPr sz="1500">
                <a:latin typeface="FlandersArtSans-Regular" panose="00000500000000000000" pitchFamily="2" charset="0"/>
              </a:defRPr>
            </a:lvl1pPr>
          </a:lstStyle>
          <a:p>
            <a:pPr lvl="0"/>
            <a:r>
              <a:rPr lang="nl-BE"/>
              <a:t>CONTACTEER ONS</a:t>
            </a:r>
            <a:endParaRPr lang="nl-BE" dirty="0"/>
          </a:p>
        </p:txBody>
      </p:sp>
      <p:sp>
        <p:nvSpPr>
          <p:cNvPr id="2" name="Running Header">
            <a:extLst>
              <a:ext uri="{FF2B5EF4-FFF2-40B4-BE49-F238E27FC236}">
                <a16:creationId xmlns:a16="http://schemas.microsoft.com/office/drawing/2014/main" id="{4E9A9FD5-5C1C-5AFE-3E69-0162AFA60C7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6708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dank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50689726-087F-5034-6457-6A4BCA87D5FD}"/>
              </a:ext>
            </a:extLst>
          </p:cNvPr>
          <p:cNvSpPr>
            <a:spLocks/>
          </p:cNvSpPr>
          <p:nvPr userDrawn="1"/>
        </p:nvSpPr>
        <p:spPr>
          <a:xfrm rot="10800000">
            <a:off x="8280000" y="0"/>
            <a:ext cx="5760000" cy="7920038"/>
          </a:xfrm>
          <a:custGeom>
            <a:avLst/>
            <a:gdLst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3240432 w 5774552"/>
              <a:gd name="csY4" fmla="*/ 7905745 h 7920038"/>
              <a:gd name="csX5" fmla="*/ 0 w 5774552"/>
              <a:gd name="csY5" fmla="*/ 7920038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0 w 5774552"/>
              <a:gd name="csY4" fmla="*/ 7920038 h 7920038"/>
              <a:gd name="csX5" fmla="*/ 0 w 5774552"/>
              <a:gd name="csY5" fmla="*/ 0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0 w 5774552"/>
              <a:gd name="csY3" fmla="*/ 7920038 h 7920038"/>
              <a:gd name="csX4" fmla="*/ 0 w 5774552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74552" h="7920038">
                <a:moveTo>
                  <a:pt x="0" y="0"/>
                </a:moveTo>
                <a:lnTo>
                  <a:pt x="3240432" y="0"/>
                </a:lnTo>
                <a:lnTo>
                  <a:pt x="5774552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2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B5978129-869A-D3F0-560E-E1C31A8DBE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7" y="719138"/>
            <a:ext cx="12601575" cy="6841361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lnSpc>
                <a:spcPct val="75000"/>
              </a:lnSpc>
              <a:defRPr sz="12000" b="1">
                <a:latin typeface="FlandersArtSerif-Light" panose="00000400000000000000" pitchFamily="2" charset="0"/>
              </a:defRPr>
            </a:lvl1pPr>
          </a:lstStyle>
          <a:p>
            <a:r>
              <a:rPr lang="nl-BE" dirty="0"/>
              <a:t>BEDANKT!</a:t>
            </a:r>
          </a:p>
        </p:txBody>
      </p:sp>
      <p:pic>
        <p:nvPicPr>
          <p:cNvPr id="2" name="ABB">
            <a:extLst>
              <a:ext uri="{FF2B5EF4-FFF2-40B4-BE49-F238E27FC236}">
                <a16:creationId xmlns:a16="http://schemas.microsoft.com/office/drawing/2014/main" id="{CF6AB5FA-2FE0-620B-0A5E-E8F5192F69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363" y="719138"/>
            <a:ext cx="1800000" cy="728090"/>
          </a:xfrm>
          <a:prstGeom prst="rect">
            <a:avLst/>
          </a:prstGeom>
        </p:spPr>
      </p:pic>
      <p:sp>
        <p:nvSpPr>
          <p:cNvPr id="10" name="Vrije vorm 9">
            <a:extLst>
              <a:ext uri="{FF2B5EF4-FFF2-40B4-BE49-F238E27FC236}">
                <a16:creationId xmlns:a16="http://schemas.microsoft.com/office/drawing/2014/main" id="{752C4FBE-0285-A0A0-F3F0-F239056FD82B}"/>
              </a:ext>
            </a:extLst>
          </p:cNvPr>
          <p:cNvSpPr>
            <a:spLocks noChangeAspect="1"/>
          </p:cNvSpPr>
          <p:nvPr userDrawn="1"/>
        </p:nvSpPr>
        <p:spPr>
          <a:xfrm>
            <a:off x="12301095" y="-8239"/>
            <a:ext cx="1738755" cy="5400000"/>
          </a:xfrm>
          <a:custGeom>
            <a:avLst/>
            <a:gdLst>
              <a:gd name="csX0" fmla="*/ 0 w 2560320"/>
              <a:gd name="csY0" fmla="*/ 0 h 7479792"/>
              <a:gd name="csX1" fmla="*/ 2560320 w 2560320"/>
              <a:gd name="csY1" fmla="*/ 7479792 h 7479792"/>
              <a:gd name="csX2" fmla="*/ 2560320 w 2560320"/>
              <a:gd name="csY2" fmla="*/ 9144 h 7479792"/>
              <a:gd name="csX3" fmla="*/ 0 w 2560320"/>
              <a:gd name="csY3" fmla="*/ 0 h 7479792"/>
              <a:gd name="csX0" fmla="*/ 0 w 2569464"/>
              <a:gd name="csY0" fmla="*/ 0 h 7900416"/>
              <a:gd name="csX1" fmla="*/ 2569464 w 2569464"/>
              <a:gd name="csY1" fmla="*/ 7900416 h 7900416"/>
              <a:gd name="csX2" fmla="*/ 2560320 w 2569464"/>
              <a:gd name="csY2" fmla="*/ 9144 h 7900416"/>
              <a:gd name="csX3" fmla="*/ 0 w 2569464"/>
              <a:gd name="csY3" fmla="*/ 0 h 7900416"/>
              <a:gd name="csX0" fmla="*/ 0 w 2610653"/>
              <a:gd name="csY0" fmla="*/ 0 h 7900416"/>
              <a:gd name="csX1" fmla="*/ 2610653 w 2610653"/>
              <a:gd name="csY1" fmla="*/ 7900416 h 7900416"/>
              <a:gd name="csX2" fmla="*/ 2601509 w 2610653"/>
              <a:gd name="csY2" fmla="*/ 9144 h 7900416"/>
              <a:gd name="csX3" fmla="*/ 0 w 2610653"/>
              <a:gd name="csY3" fmla="*/ 0 h 7900416"/>
              <a:gd name="csX0" fmla="*/ 0 w 2610653"/>
              <a:gd name="csY0" fmla="*/ 0 h 7826275"/>
              <a:gd name="csX1" fmla="*/ 2610653 w 2610653"/>
              <a:gd name="csY1" fmla="*/ 7826275 h 7826275"/>
              <a:gd name="csX2" fmla="*/ 2601509 w 2610653"/>
              <a:gd name="csY2" fmla="*/ 9144 h 7826275"/>
              <a:gd name="csX3" fmla="*/ 0 w 2610653"/>
              <a:gd name="csY3" fmla="*/ 0 h 7826275"/>
              <a:gd name="csX0" fmla="*/ 0 w 2601509"/>
              <a:gd name="csY0" fmla="*/ 0 h 7834513"/>
              <a:gd name="csX1" fmla="*/ 2511799 w 2601509"/>
              <a:gd name="csY1" fmla="*/ 7834513 h 7834513"/>
              <a:gd name="csX2" fmla="*/ 2601509 w 2601509"/>
              <a:gd name="csY2" fmla="*/ 9144 h 7834513"/>
              <a:gd name="csX3" fmla="*/ 0 w 2601509"/>
              <a:gd name="csY3" fmla="*/ 0 h 7834513"/>
              <a:gd name="csX0" fmla="*/ 0 w 2519131"/>
              <a:gd name="csY0" fmla="*/ 0 h 7834513"/>
              <a:gd name="csX1" fmla="*/ 2511799 w 2519131"/>
              <a:gd name="csY1" fmla="*/ 7834513 h 7834513"/>
              <a:gd name="csX2" fmla="*/ 2519131 w 2519131"/>
              <a:gd name="csY2" fmla="*/ 17382 h 7834513"/>
              <a:gd name="csX3" fmla="*/ 0 w 2519131"/>
              <a:gd name="csY3" fmla="*/ 0 h 7834513"/>
              <a:gd name="csX0" fmla="*/ 0 w 2519131"/>
              <a:gd name="csY0" fmla="*/ 0 h 7834513"/>
              <a:gd name="csX1" fmla="*/ 2511799 w 2519131"/>
              <a:gd name="csY1" fmla="*/ 7834513 h 7834513"/>
              <a:gd name="csX2" fmla="*/ 2519131 w 2519131"/>
              <a:gd name="csY2" fmla="*/ 906 h 7834513"/>
              <a:gd name="csX3" fmla="*/ 0 w 2519131"/>
              <a:gd name="csY3" fmla="*/ 0 h 7834513"/>
              <a:gd name="csX0" fmla="*/ 0 w 2511799"/>
              <a:gd name="csY0" fmla="*/ 0 h 7834513"/>
              <a:gd name="csX1" fmla="*/ 2511799 w 2511799"/>
              <a:gd name="csY1" fmla="*/ 7834513 h 7834513"/>
              <a:gd name="csX2" fmla="*/ 1489401 w 2511799"/>
              <a:gd name="csY2" fmla="*/ 124474 h 7834513"/>
              <a:gd name="csX3" fmla="*/ 0 w 2511799"/>
              <a:gd name="csY3" fmla="*/ 0 h 7834513"/>
              <a:gd name="csX0" fmla="*/ 0 w 2511799"/>
              <a:gd name="csY0" fmla="*/ 0 h 7834513"/>
              <a:gd name="csX1" fmla="*/ 2511799 w 2511799"/>
              <a:gd name="csY1" fmla="*/ 7834513 h 7834513"/>
              <a:gd name="csX2" fmla="*/ 2197856 w 2511799"/>
              <a:gd name="csY2" fmla="*/ 25620 h 7834513"/>
              <a:gd name="csX3" fmla="*/ 0 w 2511799"/>
              <a:gd name="csY3" fmla="*/ 0 h 7834513"/>
              <a:gd name="csX0" fmla="*/ 0 w 2511799"/>
              <a:gd name="csY0" fmla="*/ 0 h 7834513"/>
              <a:gd name="csX1" fmla="*/ 2511799 w 2511799"/>
              <a:gd name="csY1" fmla="*/ 7834513 h 7834513"/>
              <a:gd name="csX2" fmla="*/ 2206094 w 2511799"/>
              <a:gd name="csY2" fmla="*/ 906 h 7834513"/>
              <a:gd name="csX3" fmla="*/ 0 w 2511799"/>
              <a:gd name="csY3" fmla="*/ 0 h 7834513"/>
              <a:gd name="csX0" fmla="*/ 0 w 2206999"/>
              <a:gd name="csY0" fmla="*/ 0 h 6854210"/>
              <a:gd name="csX1" fmla="*/ 2206999 w 2206999"/>
              <a:gd name="csY1" fmla="*/ 6854210 h 6854210"/>
              <a:gd name="csX2" fmla="*/ 2206094 w 2206999"/>
              <a:gd name="csY2" fmla="*/ 906 h 6854210"/>
              <a:gd name="csX3" fmla="*/ 0 w 2206999"/>
              <a:gd name="csY3" fmla="*/ 0 h 68542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06999" h="6854210">
                <a:moveTo>
                  <a:pt x="0" y="0"/>
                </a:moveTo>
                <a:lnTo>
                  <a:pt x="2206999" y="6854210"/>
                </a:lnTo>
                <a:cubicBezTo>
                  <a:pt x="2206697" y="4569775"/>
                  <a:pt x="2206396" y="2285341"/>
                  <a:pt x="2206094" y="906"/>
                </a:cubicBezTo>
                <a:lnTo>
                  <a:pt x="0" y="0"/>
                </a:lnTo>
                <a:close/>
              </a:path>
            </a:pathLst>
          </a:custGeom>
          <a:solidFill>
            <a:srgbClr val="F0EE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64971E6-2E65-F1ED-5855-3F7C19871E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0487" y="719138"/>
            <a:ext cx="2529057" cy="99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07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ragen">
    <p:bg>
      <p:bgPr>
        <a:solidFill>
          <a:srgbClr val="006D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D1C03CBD-45D2-5791-DB57-13FD9992AFB3}"/>
              </a:ext>
            </a:extLst>
          </p:cNvPr>
          <p:cNvSpPr>
            <a:spLocks/>
          </p:cNvSpPr>
          <p:nvPr userDrawn="1"/>
        </p:nvSpPr>
        <p:spPr>
          <a:xfrm rot="10800000">
            <a:off x="8279850" y="0"/>
            <a:ext cx="5760000" cy="7920038"/>
          </a:xfrm>
          <a:custGeom>
            <a:avLst/>
            <a:gdLst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3240432 w 5774552"/>
              <a:gd name="csY4" fmla="*/ 7905745 h 7920038"/>
              <a:gd name="csX5" fmla="*/ 0 w 5774552"/>
              <a:gd name="csY5" fmla="*/ 7920038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0 w 5774552"/>
              <a:gd name="csY4" fmla="*/ 7920038 h 7920038"/>
              <a:gd name="csX5" fmla="*/ 0 w 5774552"/>
              <a:gd name="csY5" fmla="*/ 0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0 w 5774552"/>
              <a:gd name="csY3" fmla="*/ 7920038 h 7920038"/>
              <a:gd name="csX4" fmla="*/ 0 w 5774552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74552" h="7920038">
                <a:moveTo>
                  <a:pt x="0" y="0"/>
                </a:moveTo>
                <a:lnTo>
                  <a:pt x="3240432" y="0"/>
                </a:lnTo>
                <a:lnTo>
                  <a:pt x="5774552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2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B5978129-869A-D3F0-560E-E1C31A8DBE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137" y="719138"/>
            <a:ext cx="12601575" cy="6841361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lnSpc>
                <a:spcPct val="75000"/>
              </a:lnSpc>
              <a:defRPr sz="12000" b="1">
                <a:solidFill>
                  <a:schemeClr val="bg1"/>
                </a:solidFill>
                <a:latin typeface="FlandersArtSerif-Light" panose="00000400000000000000" pitchFamily="2" charset="0"/>
              </a:defRPr>
            </a:lvl1pPr>
          </a:lstStyle>
          <a:p>
            <a:r>
              <a:rPr lang="nl-BE" dirty="0"/>
              <a:t>VRAGEN?</a:t>
            </a:r>
          </a:p>
        </p:txBody>
      </p:sp>
      <p:pic>
        <p:nvPicPr>
          <p:cNvPr id="2" name="ABB">
            <a:extLst>
              <a:ext uri="{FF2B5EF4-FFF2-40B4-BE49-F238E27FC236}">
                <a16:creationId xmlns:a16="http://schemas.microsoft.com/office/drawing/2014/main" id="{FA7F1E31-D4FB-FA46-16D3-CDEE874CD3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363" y="719138"/>
            <a:ext cx="1800000" cy="728090"/>
          </a:xfrm>
          <a:prstGeom prst="rect">
            <a:avLst/>
          </a:prstGeom>
        </p:spPr>
      </p:pic>
      <p:sp>
        <p:nvSpPr>
          <p:cNvPr id="7" name="Vrije vorm 6">
            <a:extLst>
              <a:ext uri="{FF2B5EF4-FFF2-40B4-BE49-F238E27FC236}">
                <a16:creationId xmlns:a16="http://schemas.microsoft.com/office/drawing/2014/main" id="{AA853094-1931-9398-DE72-5F91EE4426A2}"/>
              </a:ext>
            </a:extLst>
          </p:cNvPr>
          <p:cNvSpPr/>
          <p:nvPr userDrawn="1"/>
        </p:nvSpPr>
        <p:spPr>
          <a:xfrm>
            <a:off x="11839562" y="-8239"/>
            <a:ext cx="2206999" cy="6854210"/>
          </a:xfrm>
          <a:custGeom>
            <a:avLst/>
            <a:gdLst>
              <a:gd name="csX0" fmla="*/ 0 w 2560320"/>
              <a:gd name="csY0" fmla="*/ 0 h 7479792"/>
              <a:gd name="csX1" fmla="*/ 2560320 w 2560320"/>
              <a:gd name="csY1" fmla="*/ 7479792 h 7479792"/>
              <a:gd name="csX2" fmla="*/ 2560320 w 2560320"/>
              <a:gd name="csY2" fmla="*/ 9144 h 7479792"/>
              <a:gd name="csX3" fmla="*/ 0 w 2560320"/>
              <a:gd name="csY3" fmla="*/ 0 h 7479792"/>
              <a:gd name="csX0" fmla="*/ 0 w 2569464"/>
              <a:gd name="csY0" fmla="*/ 0 h 7900416"/>
              <a:gd name="csX1" fmla="*/ 2569464 w 2569464"/>
              <a:gd name="csY1" fmla="*/ 7900416 h 7900416"/>
              <a:gd name="csX2" fmla="*/ 2560320 w 2569464"/>
              <a:gd name="csY2" fmla="*/ 9144 h 7900416"/>
              <a:gd name="csX3" fmla="*/ 0 w 2569464"/>
              <a:gd name="csY3" fmla="*/ 0 h 7900416"/>
              <a:gd name="csX0" fmla="*/ 0 w 2610653"/>
              <a:gd name="csY0" fmla="*/ 0 h 7900416"/>
              <a:gd name="csX1" fmla="*/ 2610653 w 2610653"/>
              <a:gd name="csY1" fmla="*/ 7900416 h 7900416"/>
              <a:gd name="csX2" fmla="*/ 2601509 w 2610653"/>
              <a:gd name="csY2" fmla="*/ 9144 h 7900416"/>
              <a:gd name="csX3" fmla="*/ 0 w 2610653"/>
              <a:gd name="csY3" fmla="*/ 0 h 7900416"/>
              <a:gd name="csX0" fmla="*/ 0 w 2610653"/>
              <a:gd name="csY0" fmla="*/ 0 h 7826275"/>
              <a:gd name="csX1" fmla="*/ 2610653 w 2610653"/>
              <a:gd name="csY1" fmla="*/ 7826275 h 7826275"/>
              <a:gd name="csX2" fmla="*/ 2601509 w 2610653"/>
              <a:gd name="csY2" fmla="*/ 9144 h 7826275"/>
              <a:gd name="csX3" fmla="*/ 0 w 2610653"/>
              <a:gd name="csY3" fmla="*/ 0 h 7826275"/>
              <a:gd name="csX0" fmla="*/ 0 w 2601509"/>
              <a:gd name="csY0" fmla="*/ 0 h 7834513"/>
              <a:gd name="csX1" fmla="*/ 2511799 w 2601509"/>
              <a:gd name="csY1" fmla="*/ 7834513 h 7834513"/>
              <a:gd name="csX2" fmla="*/ 2601509 w 2601509"/>
              <a:gd name="csY2" fmla="*/ 9144 h 7834513"/>
              <a:gd name="csX3" fmla="*/ 0 w 2601509"/>
              <a:gd name="csY3" fmla="*/ 0 h 7834513"/>
              <a:gd name="csX0" fmla="*/ 0 w 2519131"/>
              <a:gd name="csY0" fmla="*/ 0 h 7834513"/>
              <a:gd name="csX1" fmla="*/ 2511799 w 2519131"/>
              <a:gd name="csY1" fmla="*/ 7834513 h 7834513"/>
              <a:gd name="csX2" fmla="*/ 2519131 w 2519131"/>
              <a:gd name="csY2" fmla="*/ 17382 h 7834513"/>
              <a:gd name="csX3" fmla="*/ 0 w 2519131"/>
              <a:gd name="csY3" fmla="*/ 0 h 7834513"/>
              <a:gd name="csX0" fmla="*/ 0 w 2519131"/>
              <a:gd name="csY0" fmla="*/ 0 h 7834513"/>
              <a:gd name="csX1" fmla="*/ 2511799 w 2519131"/>
              <a:gd name="csY1" fmla="*/ 7834513 h 7834513"/>
              <a:gd name="csX2" fmla="*/ 2519131 w 2519131"/>
              <a:gd name="csY2" fmla="*/ 906 h 7834513"/>
              <a:gd name="csX3" fmla="*/ 0 w 2519131"/>
              <a:gd name="csY3" fmla="*/ 0 h 7834513"/>
              <a:gd name="csX0" fmla="*/ 0 w 2511799"/>
              <a:gd name="csY0" fmla="*/ 0 h 7834513"/>
              <a:gd name="csX1" fmla="*/ 2511799 w 2511799"/>
              <a:gd name="csY1" fmla="*/ 7834513 h 7834513"/>
              <a:gd name="csX2" fmla="*/ 1489401 w 2511799"/>
              <a:gd name="csY2" fmla="*/ 124474 h 7834513"/>
              <a:gd name="csX3" fmla="*/ 0 w 2511799"/>
              <a:gd name="csY3" fmla="*/ 0 h 7834513"/>
              <a:gd name="csX0" fmla="*/ 0 w 2511799"/>
              <a:gd name="csY0" fmla="*/ 0 h 7834513"/>
              <a:gd name="csX1" fmla="*/ 2511799 w 2511799"/>
              <a:gd name="csY1" fmla="*/ 7834513 h 7834513"/>
              <a:gd name="csX2" fmla="*/ 2197856 w 2511799"/>
              <a:gd name="csY2" fmla="*/ 25620 h 7834513"/>
              <a:gd name="csX3" fmla="*/ 0 w 2511799"/>
              <a:gd name="csY3" fmla="*/ 0 h 7834513"/>
              <a:gd name="csX0" fmla="*/ 0 w 2511799"/>
              <a:gd name="csY0" fmla="*/ 0 h 7834513"/>
              <a:gd name="csX1" fmla="*/ 2511799 w 2511799"/>
              <a:gd name="csY1" fmla="*/ 7834513 h 7834513"/>
              <a:gd name="csX2" fmla="*/ 2206094 w 2511799"/>
              <a:gd name="csY2" fmla="*/ 906 h 7834513"/>
              <a:gd name="csX3" fmla="*/ 0 w 2511799"/>
              <a:gd name="csY3" fmla="*/ 0 h 7834513"/>
              <a:gd name="csX0" fmla="*/ 0 w 2206999"/>
              <a:gd name="csY0" fmla="*/ 0 h 6854210"/>
              <a:gd name="csX1" fmla="*/ 2206999 w 2206999"/>
              <a:gd name="csY1" fmla="*/ 6854210 h 6854210"/>
              <a:gd name="csX2" fmla="*/ 2206094 w 2206999"/>
              <a:gd name="csY2" fmla="*/ 906 h 6854210"/>
              <a:gd name="csX3" fmla="*/ 0 w 2206999"/>
              <a:gd name="csY3" fmla="*/ 0 h 68542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06999" h="6854210">
                <a:moveTo>
                  <a:pt x="0" y="0"/>
                </a:moveTo>
                <a:lnTo>
                  <a:pt x="2206999" y="6854210"/>
                </a:lnTo>
                <a:cubicBezTo>
                  <a:pt x="2206697" y="4569775"/>
                  <a:pt x="2206396" y="2285341"/>
                  <a:pt x="2206094" y="906"/>
                </a:cubicBezTo>
                <a:lnTo>
                  <a:pt x="0" y="0"/>
                </a:lnTo>
                <a:close/>
              </a:path>
            </a:pathLst>
          </a:custGeom>
          <a:solidFill>
            <a:srgbClr val="F0EE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A948070-C10B-3CFD-D075-74E7062C45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0487" y="719138"/>
            <a:ext cx="2529057" cy="99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7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o">
    <p:bg>
      <p:bgPr>
        <a:solidFill>
          <a:srgbClr val="006D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D0599D94-7F7B-D472-72C4-05A849146EA7}"/>
              </a:ext>
            </a:extLst>
          </p:cNvPr>
          <p:cNvSpPr>
            <a:spLocks/>
          </p:cNvSpPr>
          <p:nvPr userDrawn="1"/>
        </p:nvSpPr>
        <p:spPr>
          <a:xfrm rot="10800000">
            <a:off x="8279850" y="0"/>
            <a:ext cx="5760000" cy="7920038"/>
          </a:xfrm>
          <a:custGeom>
            <a:avLst/>
            <a:gdLst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3240432 w 5774552"/>
              <a:gd name="csY4" fmla="*/ 7905745 h 7920038"/>
              <a:gd name="csX5" fmla="*/ 0 w 5774552"/>
              <a:gd name="csY5" fmla="*/ 7920038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0 w 5774552"/>
              <a:gd name="csY4" fmla="*/ 7920038 h 7920038"/>
              <a:gd name="csX5" fmla="*/ 0 w 5774552"/>
              <a:gd name="csY5" fmla="*/ 0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0 w 5774552"/>
              <a:gd name="csY3" fmla="*/ 7920038 h 7920038"/>
              <a:gd name="csX4" fmla="*/ 0 w 5774552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74552" h="7920038">
                <a:moveTo>
                  <a:pt x="0" y="0"/>
                </a:moveTo>
                <a:lnTo>
                  <a:pt x="3240432" y="0"/>
                </a:lnTo>
                <a:lnTo>
                  <a:pt x="5774552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2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nl-BE" dirty="0">
              <a:latin typeface="FlandersArtSerif-Light" panose="00000400000000000000" pitchFamily="2" charset="0"/>
            </a:endParaRPr>
          </a:p>
        </p:txBody>
      </p:sp>
      <p:pic>
        <p:nvPicPr>
          <p:cNvPr id="2" name="ABB">
            <a:extLst>
              <a:ext uri="{FF2B5EF4-FFF2-40B4-BE49-F238E27FC236}">
                <a16:creationId xmlns:a16="http://schemas.microsoft.com/office/drawing/2014/main" id="{CF6AB5FA-2FE0-620B-0A5E-E8F5192F69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138" y="719138"/>
            <a:ext cx="1800000" cy="728090"/>
          </a:xfrm>
          <a:prstGeom prst="rect">
            <a:avLst/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63B21FFC-E6EC-7DF8-BE22-D7652FCADB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510" y="5940284"/>
            <a:ext cx="9721478" cy="1260618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defTabSz="1080000">
              <a:lnSpc>
                <a:spcPct val="120000"/>
              </a:lnSpc>
              <a:spcBef>
                <a:spcPts val="0"/>
              </a:spcBef>
              <a:spcAft>
                <a:spcPts val="1250"/>
              </a:spcAft>
              <a:buFont typeface="Flanders Art Sans"/>
              <a:buNone/>
              <a:tabLst/>
              <a:defRPr sz="1800" b="0" i="0">
                <a:solidFill>
                  <a:schemeClr val="bg1"/>
                </a:solidFill>
                <a:latin typeface="FlandersArtSerif-Light" panose="00000400000000000000" pitchFamily="2" charset="0"/>
              </a:defRPr>
            </a:lvl1pPr>
            <a:lvl2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2pPr>
            <a:lvl3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3pPr>
            <a:lvl4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4pPr>
            <a:lvl5pPr marL="540000" indent="-540000" defTabSz="108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Flanders Art Sans"/>
              <a:buChar char="→"/>
              <a:tabLst/>
              <a:defRPr sz="3000" b="0" i="0">
                <a:latin typeface="+mn-lt"/>
              </a:defRPr>
            </a:lvl5pPr>
          </a:lstStyle>
          <a:p>
            <a:pPr lvl="0">
              <a:spcAft>
                <a:spcPts val="0"/>
              </a:spcAft>
            </a:pPr>
            <a:r>
              <a:rPr lang="nl-BE" b="1"/>
              <a:t>Contactgegevens</a:t>
            </a:r>
            <a:endParaRPr lang="nl-BE"/>
          </a:p>
          <a:p>
            <a:pPr lvl="0">
              <a:spcAft>
                <a:spcPts val="0"/>
              </a:spcAft>
            </a:pPr>
            <a:r>
              <a:rPr lang="nl-BE"/>
              <a:t>Koning Albert II laan 15 bus 215, 1210 Brussel</a:t>
            </a:r>
          </a:p>
          <a:p>
            <a:pPr lvl="0">
              <a:spcAft>
                <a:spcPts val="0"/>
              </a:spcAft>
            </a:pPr>
            <a:r>
              <a:rPr lang="nl-BE"/>
              <a:t>www.vlaanderen.be/agentschap-binnenlands-bestuur</a:t>
            </a:r>
          </a:p>
          <a:p>
            <a:pPr lvl="0">
              <a:spcAft>
                <a:spcPts val="0"/>
              </a:spcAft>
            </a:pPr>
            <a:r>
              <a:rPr lang="nl-BE"/>
              <a:t>www.vlaanderen.be/agentschap-binnenlands-bestuur/blijf-op-de-hoogte-via-onze-nieuwsbrieven</a:t>
            </a:r>
            <a:endParaRPr lang="nl-BE" dirty="0"/>
          </a:p>
        </p:txBody>
      </p:sp>
      <p:sp>
        <p:nvSpPr>
          <p:cNvPr id="12" name="Vrije vorm 11">
            <a:extLst>
              <a:ext uri="{FF2B5EF4-FFF2-40B4-BE49-F238E27FC236}">
                <a16:creationId xmlns:a16="http://schemas.microsoft.com/office/drawing/2014/main" id="{04E40E44-1095-BD11-FEF3-DA2B84C845C3}"/>
              </a:ext>
            </a:extLst>
          </p:cNvPr>
          <p:cNvSpPr>
            <a:spLocks noChangeAspect="1"/>
          </p:cNvSpPr>
          <p:nvPr userDrawn="1"/>
        </p:nvSpPr>
        <p:spPr>
          <a:xfrm>
            <a:off x="12301095" y="-8239"/>
            <a:ext cx="1738755" cy="5400000"/>
          </a:xfrm>
          <a:custGeom>
            <a:avLst/>
            <a:gdLst>
              <a:gd name="csX0" fmla="*/ 0 w 2560320"/>
              <a:gd name="csY0" fmla="*/ 0 h 7479792"/>
              <a:gd name="csX1" fmla="*/ 2560320 w 2560320"/>
              <a:gd name="csY1" fmla="*/ 7479792 h 7479792"/>
              <a:gd name="csX2" fmla="*/ 2560320 w 2560320"/>
              <a:gd name="csY2" fmla="*/ 9144 h 7479792"/>
              <a:gd name="csX3" fmla="*/ 0 w 2560320"/>
              <a:gd name="csY3" fmla="*/ 0 h 7479792"/>
              <a:gd name="csX0" fmla="*/ 0 w 2569464"/>
              <a:gd name="csY0" fmla="*/ 0 h 7900416"/>
              <a:gd name="csX1" fmla="*/ 2569464 w 2569464"/>
              <a:gd name="csY1" fmla="*/ 7900416 h 7900416"/>
              <a:gd name="csX2" fmla="*/ 2560320 w 2569464"/>
              <a:gd name="csY2" fmla="*/ 9144 h 7900416"/>
              <a:gd name="csX3" fmla="*/ 0 w 2569464"/>
              <a:gd name="csY3" fmla="*/ 0 h 7900416"/>
              <a:gd name="csX0" fmla="*/ 0 w 2610653"/>
              <a:gd name="csY0" fmla="*/ 0 h 7900416"/>
              <a:gd name="csX1" fmla="*/ 2610653 w 2610653"/>
              <a:gd name="csY1" fmla="*/ 7900416 h 7900416"/>
              <a:gd name="csX2" fmla="*/ 2601509 w 2610653"/>
              <a:gd name="csY2" fmla="*/ 9144 h 7900416"/>
              <a:gd name="csX3" fmla="*/ 0 w 2610653"/>
              <a:gd name="csY3" fmla="*/ 0 h 7900416"/>
              <a:gd name="csX0" fmla="*/ 0 w 2610653"/>
              <a:gd name="csY0" fmla="*/ 0 h 7826275"/>
              <a:gd name="csX1" fmla="*/ 2610653 w 2610653"/>
              <a:gd name="csY1" fmla="*/ 7826275 h 7826275"/>
              <a:gd name="csX2" fmla="*/ 2601509 w 2610653"/>
              <a:gd name="csY2" fmla="*/ 9144 h 7826275"/>
              <a:gd name="csX3" fmla="*/ 0 w 2610653"/>
              <a:gd name="csY3" fmla="*/ 0 h 7826275"/>
              <a:gd name="csX0" fmla="*/ 0 w 2601509"/>
              <a:gd name="csY0" fmla="*/ 0 h 7834513"/>
              <a:gd name="csX1" fmla="*/ 2511799 w 2601509"/>
              <a:gd name="csY1" fmla="*/ 7834513 h 7834513"/>
              <a:gd name="csX2" fmla="*/ 2601509 w 2601509"/>
              <a:gd name="csY2" fmla="*/ 9144 h 7834513"/>
              <a:gd name="csX3" fmla="*/ 0 w 2601509"/>
              <a:gd name="csY3" fmla="*/ 0 h 7834513"/>
              <a:gd name="csX0" fmla="*/ 0 w 2519131"/>
              <a:gd name="csY0" fmla="*/ 0 h 7834513"/>
              <a:gd name="csX1" fmla="*/ 2511799 w 2519131"/>
              <a:gd name="csY1" fmla="*/ 7834513 h 7834513"/>
              <a:gd name="csX2" fmla="*/ 2519131 w 2519131"/>
              <a:gd name="csY2" fmla="*/ 17382 h 7834513"/>
              <a:gd name="csX3" fmla="*/ 0 w 2519131"/>
              <a:gd name="csY3" fmla="*/ 0 h 7834513"/>
              <a:gd name="csX0" fmla="*/ 0 w 2519131"/>
              <a:gd name="csY0" fmla="*/ 0 h 7834513"/>
              <a:gd name="csX1" fmla="*/ 2511799 w 2519131"/>
              <a:gd name="csY1" fmla="*/ 7834513 h 7834513"/>
              <a:gd name="csX2" fmla="*/ 2519131 w 2519131"/>
              <a:gd name="csY2" fmla="*/ 906 h 7834513"/>
              <a:gd name="csX3" fmla="*/ 0 w 2519131"/>
              <a:gd name="csY3" fmla="*/ 0 h 7834513"/>
              <a:gd name="csX0" fmla="*/ 0 w 2511799"/>
              <a:gd name="csY0" fmla="*/ 0 h 7834513"/>
              <a:gd name="csX1" fmla="*/ 2511799 w 2511799"/>
              <a:gd name="csY1" fmla="*/ 7834513 h 7834513"/>
              <a:gd name="csX2" fmla="*/ 1489401 w 2511799"/>
              <a:gd name="csY2" fmla="*/ 124474 h 7834513"/>
              <a:gd name="csX3" fmla="*/ 0 w 2511799"/>
              <a:gd name="csY3" fmla="*/ 0 h 7834513"/>
              <a:gd name="csX0" fmla="*/ 0 w 2511799"/>
              <a:gd name="csY0" fmla="*/ 0 h 7834513"/>
              <a:gd name="csX1" fmla="*/ 2511799 w 2511799"/>
              <a:gd name="csY1" fmla="*/ 7834513 h 7834513"/>
              <a:gd name="csX2" fmla="*/ 2197856 w 2511799"/>
              <a:gd name="csY2" fmla="*/ 25620 h 7834513"/>
              <a:gd name="csX3" fmla="*/ 0 w 2511799"/>
              <a:gd name="csY3" fmla="*/ 0 h 7834513"/>
              <a:gd name="csX0" fmla="*/ 0 w 2511799"/>
              <a:gd name="csY0" fmla="*/ 0 h 7834513"/>
              <a:gd name="csX1" fmla="*/ 2511799 w 2511799"/>
              <a:gd name="csY1" fmla="*/ 7834513 h 7834513"/>
              <a:gd name="csX2" fmla="*/ 2206094 w 2511799"/>
              <a:gd name="csY2" fmla="*/ 906 h 7834513"/>
              <a:gd name="csX3" fmla="*/ 0 w 2511799"/>
              <a:gd name="csY3" fmla="*/ 0 h 7834513"/>
              <a:gd name="csX0" fmla="*/ 0 w 2206999"/>
              <a:gd name="csY0" fmla="*/ 0 h 6854210"/>
              <a:gd name="csX1" fmla="*/ 2206999 w 2206999"/>
              <a:gd name="csY1" fmla="*/ 6854210 h 6854210"/>
              <a:gd name="csX2" fmla="*/ 2206094 w 2206999"/>
              <a:gd name="csY2" fmla="*/ 906 h 6854210"/>
              <a:gd name="csX3" fmla="*/ 0 w 2206999"/>
              <a:gd name="csY3" fmla="*/ 0 h 68542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06999" h="6854210">
                <a:moveTo>
                  <a:pt x="0" y="0"/>
                </a:moveTo>
                <a:lnTo>
                  <a:pt x="2206999" y="6854210"/>
                </a:lnTo>
                <a:cubicBezTo>
                  <a:pt x="2206697" y="4569775"/>
                  <a:pt x="2206396" y="2285341"/>
                  <a:pt x="2206094" y="906"/>
                </a:cubicBezTo>
                <a:lnTo>
                  <a:pt x="0" y="0"/>
                </a:lnTo>
                <a:close/>
              </a:path>
            </a:pathLst>
          </a:custGeom>
          <a:solidFill>
            <a:srgbClr val="F0EE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C91ACA5-7B40-DAAF-6C5A-8D98BE29D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20487" y="719138"/>
            <a:ext cx="2529057" cy="99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5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nning Header">
            <a:extLst>
              <a:ext uri="{FF2B5EF4-FFF2-40B4-BE49-F238E27FC236}">
                <a16:creationId xmlns:a16="http://schemas.microsoft.com/office/drawing/2014/main" id="{33A563EA-1533-C0FC-DD93-D62427B053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13320713" y="359538"/>
            <a:ext cx="719136" cy="7200961"/>
          </a:xfrm>
          <a:prstGeom prst="rect">
            <a:avLst/>
          </a:prstGeom>
        </p:spPr>
        <p:txBody>
          <a:bodyPr vert="vert" lIns="0" tIns="0" rIns="0" bIns="0" rtlCol="0" anchor="ctr" anchorCtr="0"/>
          <a:lstStyle>
            <a:lvl1pPr algn="l">
              <a:defRPr sz="1250">
                <a:solidFill>
                  <a:schemeClr val="tx1"/>
                </a:solidFill>
                <a:latin typeface="FlandersArtSans-Regular" panose="00000500000000000000" pitchFamily="2" charset="0"/>
              </a:defRPr>
            </a:lvl1pPr>
          </a:lstStyle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165C7-27B5-BB78-401D-C9217F7FA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140" y="2069767"/>
            <a:ext cx="12109450" cy="513113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72710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9" r:id="rId1"/>
    <p:sldLayoutId id="2147484230" r:id="rId2"/>
    <p:sldLayoutId id="2147484233" r:id="rId3"/>
    <p:sldLayoutId id="2147484217" r:id="rId4"/>
    <p:sldLayoutId id="2147484218" r:id="rId5"/>
    <p:sldLayoutId id="2147484219" r:id="rId6"/>
    <p:sldLayoutId id="2147484134" r:id="rId7"/>
    <p:sldLayoutId id="2147484136" r:id="rId8"/>
    <p:sldLayoutId id="2147484135" r:id="rId9"/>
    <p:sldLayoutId id="2147484201" r:id="rId10"/>
    <p:sldLayoutId id="2147484143" r:id="rId11"/>
    <p:sldLayoutId id="2147484220" r:id="rId12"/>
    <p:sldLayoutId id="2147484231" r:id="rId13"/>
    <p:sldLayoutId id="2147484221" r:id="rId14"/>
    <p:sldLayoutId id="2147484222" r:id="rId15"/>
    <p:sldLayoutId id="2147484223" r:id="rId16"/>
    <p:sldLayoutId id="2147484224" r:id="rId17"/>
    <p:sldLayoutId id="2147484225" r:id="rId18"/>
    <p:sldLayoutId id="2147484137" r:id="rId19"/>
    <p:sldLayoutId id="2147484226" r:id="rId20"/>
    <p:sldLayoutId id="2147484227" r:id="rId21"/>
    <p:sldLayoutId id="2147484228" r:id="rId2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FlandersArtSans-Bold"/>
          <a:ea typeface="+mj-ea"/>
          <a:cs typeface="+mj-cs"/>
        </a:defRPr>
      </a:lvl1pPr>
    </p:titleStyle>
    <p:bodyStyle>
      <a:lvl1pPr marL="355600" indent="-355600" algn="l" defTabSz="914400" rtl="0" eaLnBrk="1" latinLnBrk="0" hangingPunct="1">
        <a:lnSpc>
          <a:spcPct val="120000"/>
        </a:lnSpc>
        <a:spcBef>
          <a:spcPts val="0"/>
        </a:spcBef>
        <a:buClr>
          <a:srgbClr val="006D70"/>
        </a:buClr>
        <a:buSzPct val="75000"/>
        <a:buFont typeface="Wingdings" panose="05000000000000000000" pitchFamily="2" charset="2"/>
        <a:buChar char="à"/>
        <a:defRPr sz="2200" kern="1200">
          <a:solidFill>
            <a:schemeClr val="tx1"/>
          </a:solidFill>
          <a:latin typeface="FlandersArtSans-Light" panose="00000400000000000000" pitchFamily="2" charset="0"/>
          <a:ea typeface="+mn-ea"/>
          <a:cs typeface="+mn-cs"/>
        </a:defRPr>
      </a:lvl1pPr>
      <a:lvl2pPr marL="719138" indent="-363538" algn="l" defTabSz="914400" rtl="0" eaLnBrk="1" latinLnBrk="0" hangingPunct="1">
        <a:lnSpc>
          <a:spcPct val="120000"/>
        </a:lnSpc>
        <a:spcBef>
          <a:spcPts val="0"/>
        </a:spcBef>
        <a:buClr>
          <a:srgbClr val="006D70"/>
        </a:buClr>
        <a:buSzPct val="75000"/>
        <a:buFont typeface="Wingdings" panose="05000000000000000000" pitchFamily="2" charset="2"/>
        <a:buChar char="à"/>
        <a:defRPr sz="2000" kern="1200">
          <a:solidFill>
            <a:schemeClr val="tx1"/>
          </a:solidFill>
          <a:latin typeface="FlandersArtSans-Light" panose="00000400000000000000" pitchFamily="2" charset="0"/>
          <a:ea typeface="+mn-ea"/>
          <a:cs typeface="+mn-cs"/>
        </a:defRPr>
      </a:lvl2pPr>
      <a:lvl3pPr marL="990600" indent="-271463" algn="l" defTabSz="914400" rtl="0" eaLnBrk="1" latinLnBrk="0" hangingPunct="1">
        <a:lnSpc>
          <a:spcPct val="120000"/>
        </a:lnSpc>
        <a:spcBef>
          <a:spcPts val="0"/>
        </a:spcBef>
        <a:buClr>
          <a:srgbClr val="006D70"/>
        </a:buClr>
        <a:buSzPct val="75000"/>
        <a:buFont typeface="Wingdings" panose="05000000000000000000" pitchFamily="2" charset="2"/>
        <a:buChar char="à"/>
        <a:defRPr sz="1800" kern="1200">
          <a:solidFill>
            <a:schemeClr val="tx1"/>
          </a:solidFill>
          <a:latin typeface="FlandersArtSans-Light" panose="00000400000000000000" pitchFamily="2" charset="0"/>
          <a:ea typeface="+mn-ea"/>
          <a:cs typeface="+mn-cs"/>
        </a:defRPr>
      </a:lvl3pPr>
      <a:lvl4pPr marL="1347788" indent="-273050" algn="l" defTabSz="914400" rtl="0" eaLnBrk="1" latinLnBrk="0" hangingPunct="1">
        <a:lnSpc>
          <a:spcPct val="120000"/>
        </a:lnSpc>
        <a:spcBef>
          <a:spcPts val="0"/>
        </a:spcBef>
        <a:buClr>
          <a:srgbClr val="006D70"/>
        </a:buClr>
        <a:buSzPct val="75000"/>
        <a:buFont typeface="Wingdings" panose="05000000000000000000" pitchFamily="2" charset="2"/>
        <a:buChar char="à"/>
        <a:defRPr sz="1600" kern="1200">
          <a:solidFill>
            <a:schemeClr val="tx1"/>
          </a:solidFill>
          <a:latin typeface="FlandersArtSans-Light" panose="00000400000000000000" pitchFamily="2" charset="0"/>
          <a:ea typeface="+mn-ea"/>
          <a:cs typeface="+mn-cs"/>
        </a:defRPr>
      </a:lvl4pPr>
      <a:lvl5pPr marL="1703388" indent="-265113" algn="l" defTabSz="914400" rtl="0" eaLnBrk="1" latinLnBrk="0" hangingPunct="1">
        <a:lnSpc>
          <a:spcPct val="120000"/>
        </a:lnSpc>
        <a:spcBef>
          <a:spcPts val="0"/>
        </a:spcBef>
        <a:buClr>
          <a:srgbClr val="006D70"/>
        </a:buClr>
        <a:buSzPct val="75000"/>
        <a:buFont typeface="Wingdings" panose="05000000000000000000" pitchFamily="2" charset="2"/>
        <a:buChar char="à"/>
        <a:defRPr sz="1600" kern="1200">
          <a:solidFill>
            <a:schemeClr val="tx1"/>
          </a:solidFill>
          <a:latin typeface="FlandersArtSans-Light" panose="000004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3">
          <p15:clr>
            <a:srgbClr val="F26B43"/>
          </p15:clr>
        </p15:guide>
        <p15:guide id="2" pos="3855">
          <p15:clr>
            <a:srgbClr val="F26B43"/>
          </p15:clr>
        </p15:guide>
        <p15:guide id="3" orient="horz" pos="453">
          <p15:clr>
            <a:srgbClr val="F26B43"/>
          </p15:clr>
        </p15:guide>
        <p15:guide id="4" orient="horz" pos="4536">
          <p15:clr>
            <a:srgbClr val="F26B43"/>
          </p15:clr>
        </p15:guide>
        <p15:guide id="6" pos="1133">
          <p15:clr>
            <a:srgbClr val="F26B43"/>
          </p15:clr>
        </p15:guide>
        <p15:guide id="8" pos="907">
          <p15:clr>
            <a:srgbClr val="F26B43"/>
          </p15:clr>
        </p15:guide>
        <p15:guide id="9" pos="1587">
          <p15:clr>
            <a:srgbClr val="F26B43"/>
          </p15:clr>
        </p15:guide>
        <p15:guide id="13" pos="1814">
          <p15:clr>
            <a:srgbClr val="F26B43"/>
          </p15:clr>
        </p15:guide>
        <p15:guide id="15" pos="2267">
          <p15:clr>
            <a:srgbClr val="F26B43"/>
          </p15:clr>
        </p15:guide>
        <p15:guide id="16" pos="2494">
          <p15:clr>
            <a:srgbClr val="F26B43"/>
          </p15:clr>
        </p15:guide>
        <p15:guide id="18" pos="2948">
          <p15:clr>
            <a:srgbClr val="F26B43"/>
          </p15:clr>
        </p15:guide>
        <p15:guide id="19" pos="3175">
          <p15:clr>
            <a:srgbClr val="F26B43"/>
          </p15:clr>
        </p15:guide>
        <p15:guide id="20" pos="3628">
          <p15:clr>
            <a:srgbClr val="F26B43"/>
          </p15:clr>
        </p15:guide>
        <p15:guide id="21" pos="4309">
          <p15:clr>
            <a:srgbClr val="F26B43"/>
          </p15:clr>
        </p15:guide>
        <p15:guide id="22" pos="4535">
          <p15:clr>
            <a:srgbClr val="F26B43"/>
          </p15:clr>
        </p15:guide>
        <p15:guide id="23" pos="4989">
          <p15:clr>
            <a:srgbClr val="F26B43"/>
          </p15:clr>
        </p15:guide>
        <p15:guide id="24" pos="5216">
          <p15:clr>
            <a:srgbClr val="F26B43"/>
          </p15:clr>
        </p15:guide>
        <p15:guide id="25" pos="5669">
          <p15:clr>
            <a:srgbClr val="F26B43"/>
          </p15:clr>
        </p15:guide>
        <p15:guide id="26" pos="5896">
          <p15:clr>
            <a:srgbClr val="F26B43"/>
          </p15:clr>
        </p15:guide>
        <p15:guide id="27" pos="6350">
          <p15:clr>
            <a:srgbClr val="F26B43"/>
          </p15:clr>
        </p15:guide>
        <p15:guide id="28" pos="6577">
          <p15:clr>
            <a:srgbClr val="F26B43"/>
          </p15:clr>
        </p15:guide>
        <p15:guide id="29" pos="7030">
          <p15:clr>
            <a:srgbClr val="F26B43"/>
          </p15:clr>
        </p15:guide>
        <p15:guide id="30" pos="7257">
          <p15:clr>
            <a:srgbClr val="F26B43"/>
          </p15:clr>
        </p15:guide>
        <p15:guide id="31" pos="7711">
          <p15:clr>
            <a:srgbClr val="F26B43"/>
          </p15:clr>
        </p15:guide>
        <p15:guide id="32" pos="7937">
          <p15:clr>
            <a:srgbClr val="F26B43"/>
          </p15:clr>
        </p15:guide>
        <p15:guide id="33" pos="839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ebesluitvorming.gent.be/zittingen/25.1008.8498.4082/agendapunten/26.0226.7125.3102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uman-validator.decide.lblod.info/validate/eb5456e5-72e8-5e4f-bf32-af0d5e63dbf2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8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ris.freiburg.de/submission?id=5681308100162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human-validator.decide.lblod.info/validate/f9131e75-b2d4-5b27-a97a-3dcef8631afd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ris.freiburg.de/oparl/organization/GR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2.png"/><Relationship Id="rId4" Type="http://schemas.openxmlformats.org/officeDocument/2006/relationships/image" Target="../media/image1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streetmap.org/node/1062400002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3.png"/><Relationship Id="rId4" Type="http://schemas.openxmlformats.org/officeDocument/2006/relationships/image" Target="../media/image1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4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ris.freiburg.de/submission?id=5681308100162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human-validator.decide.lblod.info/validate/3b7ecdf2-8c9c-48df-970e-121c84afd98c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decide.smartcitybamberg.de/organizations#d029ed62-8cad-4415-b016-7c07d4cbbc87" TargetMode="Externa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2.png"/><Relationship Id="rId4" Type="http://schemas.openxmlformats.org/officeDocument/2006/relationships/image" Target="../media/image1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streetmap.org/relation/2145268#map=7/48.607/12.129" TargetMode="Externa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streetmap.org/node/1272074907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3.png"/><Relationship Id="rId5" Type="http://schemas.openxmlformats.org/officeDocument/2006/relationships/image" Target="../media/image17.png"/><Relationship Id="rId4" Type="http://schemas.openxmlformats.org/officeDocument/2006/relationships/hyperlink" Target="https://www.openstreetmap.org/way/39935904" TargetMode="Externa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351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C3A0B4-4142-69AD-90BA-4E07DD7C4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latin typeface="FlandersArtSerif-Light"/>
              </a:rPr>
              <a:t>Guideline human </a:t>
            </a:r>
            <a:r>
              <a:rPr lang="nl-BE" dirty="0">
                <a:latin typeface="FlandersArtSerif-Light"/>
              </a:rPr>
              <a:t>validation tool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27A2BEB-F12D-F92B-7DEF-92FCCC39D5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7620"/>
            <a:r>
              <a:rPr lang="nl-BE">
                <a:latin typeface="FlandersArtSans-Regular"/>
              </a:rPr>
              <a:t>LBRON-1520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240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2B8B2-FCCD-213E-82DA-686E8368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4B666F1-EF8B-7EFA-AFE7-71A68BDFC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latin typeface="FlandersArtSerif-Light"/>
              </a:rPr>
              <a:t>Ghent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45751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9CCE7EE-CEF6-6EEE-EEFB-35B9A1461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AGENDA</a:t>
            </a:r>
          </a:p>
        </p:txBody>
      </p:sp>
      <p:sp>
        <p:nvSpPr>
          <p:cNvPr id="5" name="Running Header">
            <a:extLst>
              <a:ext uri="{FF2B5EF4-FFF2-40B4-BE49-F238E27FC236}">
                <a16:creationId xmlns:a16="http://schemas.microsoft.com/office/drawing/2014/main" id="{DBC46C86-10E9-9BE3-0AFF-10119821FB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8EDEB7D-D56F-AF79-18A7-D233BF7803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nl-BE" dirty="0">
              <a:latin typeface="FlandersArtSans-Light"/>
            </a:endParaRPr>
          </a:p>
          <a:p>
            <a:pPr marL="457200" indent="-457200">
              <a:buAutoNum type="arabicPeriod"/>
            </a:pPr>
            <a:r>
              <a:rPr lang="nl-BE">
                <a:latin typeface="FlandersArtSans-Light"/>
              </a:rPr>
              <a:t>Example decision of Ghent</a:t>
            </a:r>
            <a:endParaRPr lang="en-US">
              <a:latin typeface="FlandersArtSans-Light"/>
            </a:endParaRPr>
          </a:p>
          <a:p>
            <a:pPr marL="457200" indent="-457200">
              <a:buAutoNum type="arabicPeriod"/>
            </a:pPr>
            <a:r>
              <a:rPr lang="nl-BE">
                <a:latin typeface="FlandersArtSans-Light"/>
              </a:rPr>
              <a:t>What gets annotated by AI</a:t>
            </a:r>
            <a:endParaRPr lang="nl-BE" dirty="0"/>
          </a:p>
          <a:p>
            <a:pPr marL="457200" indent="-457200">
              <a:buSzPct val="100000"/>
              <a:buAutoNum type="arabicPeriod"/>
            </a:pPr>
            <a:r>
              <a:rPr lang="nl-BE">
                <a:latin typeface="FlandersArtSans-Light"/>
              </a:rPr>
              <a:t>Step-by-step Human Validation Tool (HVT)</a:t>
            </a:r>
            <a:endParaRPr lang="en-US">
              <a:latin typeface="FlandersArtSans-Light"/>
            </a:endParaRPr>
          </a:p>
          <a:p>
            <a:pPr marL="0" indent="0">
              <a:buSzPct val="100000"/>
              <a:buNone/>
            </a:pPr>
            <a:endParaRPr lang="nl-BE" dirty="0"/>
          </a:p>
          <a:p>
            <a:pPr marL="457200" indent="-457200">
              <a:buSzPct val="100000"/>
              <a:buFont typeface="Flanders Art Sans Regular"/>
              <a:buAutoNum type="arabicPeriod"/>
            </a:pPr>
            <a:endParaRPr lang="nl-BE" dirty="0"/>
          </a:p>
        </p:txBody>
      </p:sp>
      <p:pic>
        <p:nvPicPr>
          <p:cNvPr id="31" name="Picture Placeholder 30" descr="Huisstijl van de Stad Gent | Stad Gent">
            <a:extLst>
              <a:ext uri="{FF2B5EF4-FFF2-40B4-BE49-F238E27FC236}">
                <a16:creationId xmlns:a16="http://schemas.microsoft.com/office/drawing/2014/main" id="{4939CFD2-9A29-0CF1-C901-CDEDF9CAC5D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6763" t="1877" r="7193" b="-1917"/>
          <a:stretch>
            <a:fillRect/>
          </a:stretch>
        </p:blipFill>
        <p:spPr>
          <a:xfrm>
            <a:off x="9776623" y="3421149"/>
            <a:ext cx="2808565" cy="10358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5140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68EB2A5B-EEF5-B8CC-B138-22B3BB553D2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7692" b="7692"/>
          <a:stretch>
            <a:fillRect/>
          </a:stretch>
        </p:blipFill>
        <p:spPr>
          <a:custGeom>
            <a:avLst/>
            <a:gdLst>
              <a:gd name="csX0" fmla="*/ 0 w 14039850"/>
              <a:gd name="csY0" fmla="*/ 0 h 7920038"/>
              <a:gd name="csX1" fmla="*/ 14039850 w 14039850"/>
              <a:gd name="csY1" fmla="*/ 0 h 7920038"/>
              <a:gd name="csX2" fmla="*/ 14039850 w 14039850"/>
              <a:gd name="csY2" fmla="*/ 7920038 h 7920038"/>
              <a:gd name="csX3" fmla="*/ 0 w 14039850"/>
              <a:gd name="csY3" fmla="*/ 7920038 h 7920038"/>
              <a:gd name="csX4" fmla="*/ 0 w 14039850"/>
              <a:gd name="csY4" fmla="*/ 0 h 7920038"/>
              <a:gd name="csX0" fmla="*/ 0 w 14039850"/>
              <a:gd name="csY0" fmla="*/ 0 h 7920038"/>
              <a:gd name="csX1" fmla="*/ 11504040 w 14039850"/>
              <a:gd name="csY1" fmla="*/ 0 h 7920038"/>
              <a:gd name="csX2" fmla="*/ 14039850 w 14039850"/>
              <a:gd name="csY2" fmla="*/ 7920038 h 7920038"/>
              <a:gd name="csX3" fmla="*/ 0 w 14039850"/>
              <a:gd name="csY3" fmla="*/ 7920038 h 7920038"/>
              <a:gd name="csX4" fmla="*/ 0 w 14039850"/>
              <a:gd name="csY4" fmla="*/ 0 h 7920038"/>
              <a:gd name="csX0" fmla="*/ 0 w 14039850"/>
              <a:gd name="csY0" fmla="*/ 0 h 7920038"/>
              <a:gd name="csX1" fmla="*/ 11522894 w 14039850"/>
              <a:gd name="csY1" fmla="*/ 0 h 7920038"/>
              <a:gd name="csX2" fmla="*/ 14039850 w 14039850"/>
              <a:gd name="csY2" fmla="*/ 7920038 h 7920038"/>
              <a:gd name="csX3" fmla="*/ 0 w 14039850"/>
              <a:gd name="csY3" fmla="*/ 7920038 h 7920038"/>
              <a:gd name="csX4" fmla="*/ 0 w 14039850"/>
              <a:gd name="csY4" fmla="*/ 0 h 7920038"/>
              <a:gd name="csX0" fmla="*/ 0 w 14039850"/>
              <a:gd name="csY0" fmla="*/ 0 h 7920038"/>
              <a:gd name="csX1" fmla="*/ 11513467 w 14039850"/>
              <a:gd name="csY1" fmla="*/ 9427 h 7920038"/>
              <a:gd name="csX2" fmla="*/ 14039850 w 14039850"/>
              <a:gd name="csY2" fmla="*/ 7920038 h 7920038"/>
              <a:gd name="csX3" fmla="*/ 0 w 14039850"/>
              <a:gd name="csY3" fmla="*/ 7920038 h 7920038"/>
              <a:gd name="csX4" fmla="*/ 0 w 14039850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039850" h="7920038">
                <a:moveTo>
                  <a:pt x="0" y="0"/>
                </a:moveTo>
                <a:lnTo>
                  <a:pt x="11513467" y="9427"/>
                </a:lnTo>
                <a:lnTo>
                  <a:pt x="14039850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78C360B6-C967-FEFE-F7CA-D8D9C1FFE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latin typeface="FlandersArtSans-Regular"/>
                <a:ea typeface="Roboto"/>
                <a:cs typeface="Roboto"/>
              </a:rPr>
              <a:t>2026_CBS_01699 - 15438/M/3 - Geluidsuitzending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64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A4B43-B379-EE7E-8951-42DDBFB93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FFCD237-A3BC-4670-574E-6F1C76D7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latin typeface="FlandersArtSans-Regular"/>
              </a:rPr>
              <a:t>Context</a:t>
            </a:r>
            <a:endParaRPr lang="en-US"/>
          </a:p>
        </p:txBody>
      </p:sp>
      <p:sp>
        <p:nvSpPr>
          <p:cNvPr id="6" name="Running Header">
            <a:extLst>
              <a:ext uri="{FF2B5EF4-FFF2-40B4-BE49-F238E27FC236}">
                <a16:creationId xmlns:a16="http://schemas.microsoft.com/office/drawing/2014/main" id="{A30B5E02-0352-0D4F-A8E5-165B374455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8B7A72B-9700-4D34-18D7-AB64CD0BDD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nl-BE">
                <a:latin typeface="FlandersArtSans-Light"/>
              </a:rPr>
              <a:t>college of mayor and aldermen</a:t>
            </a:r>
          </a:p>
          <a:p>
            <a:r>
              <a:rPr lang="nl-BE">
                <a:latin typeface="FlandersArtSans-Light"/>
              </a:rPr>
              <a:t>Session: Thursday 05/03/2026 </a:t>
            </a:r>
            <a:endParaRPr lang="nl-BE"/>
          </a:p>
          <a:p>
            <a:r>
              <a:rPr lang="nl-BE">
                <a:latin typeface="FlandersArtSans-Light"/>
              </a:rPr>
              <a:t>Published on 06/03/2026</a:t>
            </a:r>
            <a:endParaRPr lang="nl-BE" dirty="0">
              <a:latin typeface="FlandersArtSans-Light"/>
            </a:endParaRPr>
          </a:p>
          <a:p>
            <a:r>
              <a:rPr lang="nl-BE">
                <a:latin typeface="FlandersArtSans-Light"/>
              </a:rPr>
              <a:t>Restaurant</a:t>
            </a:r>
            <a:endParaRPr lang="nl-BE" dirty="0">
              <a:latin typeface="FlandersArtSans-Light"/>
            </a:endParaRPr>
          </a:p>
          <a:p>
            <a:r>
              <a:rPr lang="nl-BE">
                <a:latin typeface="FlandersArtSans-Light"/>
              </a:rPr>
              <a:t>Allowance increased noise level</a:t>
            </a:r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24A4FF33-BA99-63F1-DDF5-DDA09D83D34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57" t="159" r="210" b="-239"/>
          <a:stretch>
            <a:fillRect/>
          </a:stretch>
        </p:blipFill>
        <p:spPr>
          <a:xfrm>
            <a:off x="5556285" y="0"/>
            <a:ext cx="11976671" cy="79263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111312-04BA-8BD6-74E0-CD65C2EF0D4D}"/>
              </a:ext>
            </a:extLst>
          </p:cNvPr>
          <p:cNvSpPr txBox="1"/>
          <p:nvPr/>
        </p:nvSpPr>
        <p:spPr>
          <a:xfrm>
            <a:off x="6180212" y="1160128"/>
            <a:ext cx="701992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hlinkClick r:id="rId4"/>
              </a:rPr>
              <a:t>https://ebesluitvorming.gent.be/zittingen/25.1008.8498.4082/agendapunten/26.0226.7125.3102</a:t>
            </a:r>
            <a:endParaRPr lang="en-US" dirty="0"/>
          </a:p>
          <a:p>
            <a:pPr algn="l"/>
            <a:endParaRPr lang="en-US" sz="11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26157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1A6943-4E9A-9EAD-1776-815CABE6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5298" y="360689"/>
            <a:ext cx="10665212" cy="1742409"/>
          </a:xfrm>
        </p:spPr>
        <p:txBody>
          <a:bodyPr/>
          <a:lstStyle/>
          <a:p>
            <a:r>
              <a:rPr lang="nl-BE">
                <a:latin typeface="FlandersArtSans-Regular"/>
              </a:rPr>
              <a:t>AI annotates ELI Expression</a:t>
            </a:r>
            <a:br>
              <a:rPr lang="nl-BE" dirty="0">
                <a:latin typeface="FlandersArtSans-Regular"/>
              </a:rPr>
            </a:br>
            <a:r>
              <a:rPr lang="nl-BE" dirty="0">
                <a:latin typeface="FlandersArtSans-Regular"/>
              </a:rPr>
              <a:t>Content = sum of article content</a:t>
            </a:r>
            <a:endParaRPr lang="en-US"/>
          </a:p>
        </p:txBody>
      </p:sp>
      <p:sp>
        <p:nvSpPr>
          <p:cNvPr id="4" name="Running Header">
            <a:extLst>
              <a:ext uri="{FF2B5EF4-FFF2-40B4-BE49-F238E27FC236}">
                <a16:creationId xmlns:a16="http://schemas.microsoft.com/office/drawing/2014/main" id="{E0609F6F-C07B-0FBC-388C-76C9ADC4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CEFD8CD-792A-4817-A443-5FC75BCF0C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3DBC97-DB87-0D32-67BB-C11EFE923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452" y="1976165"/>
            <a:ext cx="6809136" cy="49989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1729FF-2E9E-1C25-0451-7B6CB69AA4E0}"/>
              </a:ext>
            </a:extLst>
          </p:cNvPr>
          <p:cNvSpPr txBox="1"/>
          <p:nvPr/>
        </p:nvSpPr>
        <p:spPr>
          <a:xfrm>
            <a:off x="2800967" y="7497163"/>
            <a:ext cx="901659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--&gt; No motivation, participants, date publication... annotated</a:t>
            </a:r>
          </a:p>
        </p:txBody>
      </p:sp>
    </p:spTree>
    <p:extLst>
      <p:ext uri="{BB962C8B-B14F-4D97-AF65-F5344CB8AC3E}">
        <p14:creationId xmlns:p14="http://schemas.microsoft.com/office/powerpoint/2010/main" val="1693247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307F6-3173-61D0-53FD-9CF9BBE6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B82ADF2-DA89-BD0C-15A2-7015090F1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FlandersArtSans-Regular"/>
              </a:rPr>
              <a:t>Human Validation </a:t>
            </a:r>
            <a:r>
              <a:rPr lang="nl-BE">
                <a:latin typeface="FlandersArtSans-Regular"/>
              </a:rPr>
              <a:t>Tool</a:t>
            </a:r>
            <a:endParaRPr 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6F61925-BFFD-FD91-225C-0C3467E001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nl-BE" dirty="0">
                <a:latin typeface="FlandersArtSans-Light"/>
                <a:hlinkClick r:id="rId3"/>
              </a:rPr>
              <a:t>https://human-validator.decide.lblod.info/validate/eb5456e5-72e8-5e4f-bf32-af0d5e63dbf2</a:t>
            </a:r>
            <a:r>
              <a:rPr lang="nl-BE" dirty="0">
                <a:latin typeface="FlandersArtSans-Light"/>
              </a:rPr>
              <a:t> </a:t>
            </a:r>
            <a:endParaRPr lang="en-US"/>
          </a:p>
        </p:txBody>
      </p:sp>
      <p:sp>
        <p:nvSpPr>
          <p:cNvPr id="6" name="Running Header">
            <a:extLst>
              <a:ext uri="{FF2B5EF4-FFF2-40B4-BE49-F238E27FC236}">
                <a16:creationId xmlns:a16="http://schemas.microsoft.com/office/drawing/2014/main" id="{9750F276-4DCE-FDC8-23D8-1C3F4A057E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20713" y="359538"/>
            <a:ext cx="719136" cy="7200961"/>
          </a:xfrm>
        </p:spPr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7CD3B025-D07B-9935-66E8-B4B78BE69E5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2405" t="-239" r="54456" b="239"/>
          <a:stretch>
            <a:fillRect/>
          </a:stretch>
        </p:blipFill>
        <p:spPr>
          <a:xfrm>
            <a:off x="0" y="0"/>
            <a:ext cx="5762341" cy="7920046"/>
          </a:xfrm>
          <a:custGeom>
            <a:avLst/>
            <a:gdLst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3240432 w 5774552"/>
              <a:gd name="csY4" fmla="*/ 7905745 h 7920038"/>
              <a:gd name="csX5" fmla="*/ 0 w 5774552"/>
              <a:gd name="csY5" fmla="*/ 7920038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0 w 5774552"/>
              <a:gd name="csY4" fmla="*/ 7920038 h 7920038"/>
              <a:gd name="csX5" fmla="*/ 0 w 5774552"/>
              <a:gd name="csY5" fmla="*/ 0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0 w 5774552"/>
              <a:gd name="csY3" fmla="*/ 7920038 h 7920038"/>
              <a:gd name="csX4" fmla="*/ 0 w 5774552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74552" h="7920038">
                <a:moveTo>
                  <a:pt x="0" y="0"/>
                </a:moveTo>
                <a:lnTo>
                  <a:pt x="3240432" y="0"/>
                </a:lnTo>
                <a:lnTo>
                  <a:pt x="5774552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9223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CCB01B2C-A97E-6669-FC2B-22EF3551097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4E37D0BB-4CB7-0162-03FA-2D3F6189F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Title (eli:title)</a:t>
            </a:r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4C4D2B5E-5F99-2260-04C6-C413FA9F667A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 dirty="0">
              <a:latin typeface="FlandersArtSans-Medium" pitchFamily="2" charset="77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2026_CBS_01699 - 15438/M/3 - Geluidsuitzending...</a:t>
            </a:r>
            <a:endParaRPr lang="nl-BE"/>
          </a:p>
          <a:p>
            <a:pPr marL="0" indent="0">
              <a:buFont typeface="Wingdings" panose="05000000000000000000" pitchFamily="2" charset="2"/>
              <a:buNone/>
            </a:pPr>
            <a:endParaRPr lang="nl-BE" dirty="0"/>
          </a:p>
          <a:p>
            <a:pPr marL="0" indent="0">
              <a:buFont typeface="Wingdings" panose="05000000000000000000" pitchFamily="2" charset="2"/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2026_CBS_01699 - 15438/M/3 - Geluidsuitzending...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Light"/>
            </a:endParaRPr>
          </a:p>
          <a:p>
            <a:pPr marL="0" indent="0">
              <a:buNone/>
            </a:pPr>
            <a:r>
              <a:rPr lang="nl-BE">
                <a:latin typeface="FlandersArtSans-Light"/>
              </a:rPr>
              <a:t>Title originates from the LBLOD data source</a:t>
            </a: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visible as annotation to review</a:t>
            </a:r>
            <a:endParaRPr lang="nl-BE" dirty="0"/>
          </a:p>
          <a:p>
            <a:pPr marL="0" indent="0">
              <a:buFont typeface="Wingdings" panose="05000000000000000000" pitchFamily="2" charset="2"/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581B94-3968-7B50-0DA8-AA64CC9EA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60506"/>
            <a:ext cx="14032112" cy="64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51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9F907-E748-C00C-F265-76101F37D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04E8CB2-39B4-C84C-8122-26D0E67469A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8CA9FB10-290E-2D46-1CD4-0414502D5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Motivation (ext:motivering)</a:t>
            </a:r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12B9B6F3-9EF0-5577-84F8-E536BF396DD7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 dirty="0">
              <a:latin typeface="FlandersArtSans-Medium" pitchFamily="2" charset="77"/>
            </a:endParaRPr>
          </a:p>
          <a:p>
            <a:pPr marL="0" indent="0">
              <a:buNone/>
            </a:pPr>
            <a:r>
              <a:rPr lang="nl-BE">
                <a:latin typeface="FlandersArtSans-Light"/>
              </a:rPr>
              <a:t>No annotation</a:t>
            </a:r>
            <a:endParaRPr lang="nl-BE" dirty="0"/>
          </a:p>
          <a:p>
            <a:pPr marL="0" indent="0">
              <a:buFont typeface="Wingdings" panose="05000000000000000000" pitchFamily="2" charset="2"/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expected, because we are annotating content of decision</a:t>
            </a: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Font typeface="Wingdings" panose="05000000000000000000" pitchFamily="2" charset="2"/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52880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E6896-A483-55C0-7E54-5E9EB7F14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AA51A39-0FC5-3714-8402-1160CBAEEA8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AFFC96AA-EA17-3667-E53C-F3C665D2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Content (ext:decision)</a:t>
            </a:r>
            <a:endParaRPr lang="en-US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720B37F8-8D06-16F8-F731-C9EB41E4FE60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 lnSpcReduction="10000"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 dirty="0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Font typeface="Wingdings" panose="05000000000000000000" pitchFamily="2" charset="2"/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Artikel 1 Het college van burgemeest en schepenen... ter hoogte van de mengtafel.</a:t>
            </a:r>
            <a:endParaRPr lang="nl-BE"/>
          </a:p>
          <a:p>
            <a:pPr marL="0" indent="0">
              <a:buFont typeface="Wingdings" panose="05000000000000000000" pitchFamily="2" charset="2"/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Medium"/>
              </a:rPr>
              <a:t>Note</a:t>
            </a:r>
            <a:endParaRPr lang="nl-BE">
              <a:solidFill>
                <a:srgbClr val="000000"/>
              </a:solidFill>
              <a:latin typeface="FlandersArtSans-Medium"/>
            </a:endParaRPr>
          </a:p>
          <a:p>
            <a:pPr>
              <a:buNone/>
            </a:pPr>
            <a:endParaRPr lang="nl-BE" dirty="0">
              <a:latin typeface="FlandersArtSans-Light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Will be investigated (segmentation service)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720068-BAC5-2676-6BAF-97EE9EA64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63" y="1765091"/>
            <a:ext cx="5997637" cy="19025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E3D543-6CD2-8AB9-A55F-BC6686BDF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9729" y="2169507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695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94A1F-7DCB-AE87-841D-C9A9AC4EC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185382F8-CCDA-C9B0-AF13-686857AF00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9ED05493-AB7A-DC07-37C5-6C14266BC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35672"/>
          </a:xfrm>
          <a:prstGeom prst="rect">
            <a:avLst/>
          </a:prstGeom>
        </p:spPr>
        <p:txBody>
          <a:bodyPr/>
          <a:lstStyle/>
          <a:p>
            <a:r>
              <a:rPr lang="nl-BE" sz="5200" dirty="0">
                <a:latin typeface="FlandersArtSans-Regular"/>
              </a:rPr>
              <a:t>Context date (dct:date)</a:t>
            </a:r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6A26BC70-B5B1-5EBF-B25C-A7EE550F712C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No annotation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</a:t>
            </a: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23A52B-F468-3E33-9E86-68F4AFA9D5FE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B3DF3A-153C-595D-8909-3B11EBF8F4C1}"/>
              </a:ext>
            </a:extLst>
          </p:cNvPr>
          <p:cNvSpPr txBox="1"/>
          <p:nvPr/>
        </p:nvSpPr>
        <p:spPr>
          <a:xfrm>
            <a:off x="720829" y="1574525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General date that is not an impact date </a:t>
            </a:r>
            <a:r>
              <a:rPr lang="en-US" sz="2000"/>
              <a:t>(about the content of the decision)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373853-F7C5-3A11-BC28-DC163371B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504" y="2899954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793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1D46D-2B05-A1C2-1BBB-6EF404854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9693B847-6256-378F-1FC4-06D905C10CC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AA48C9FF-6D0B-38C8-E582-71237FF8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Context period (dct:date)</a:t>
            </a:r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CDCA1EF5-298F-A7DF-3E4F-D9DC37E0A4BE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No annotation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</a:t>
            </a: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B56BE-2947-E3E0-8D0C-77BF4C1CDF61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1D7AAB-6D09-FFA0-3EA4-4BA9DA7D41D4}"/>
              </a:ext>
            </a:extLst>
          </p:cNvPr>
          <p:cNvSpPr txBox="1"/>
          <p:nvPr/>
        </p:nvSpPr>
        <p:spPr>
          <a:xfrm>
            <a:off x="720829" y="1266749"/>
            <a:ext cx="8430763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General period (start and end) that is not an validity period (about the content of the decision)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CC85C2-BFD1-6D06-559D-B37871D0D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504" y="2899954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05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5FA05-40A5-0190-6FB4-28F65AA9C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809E6645-8990-01E8-1BDE-747F35155C5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D99EEA79-7CEF-ED0B-424D-F70D64ED9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 dirty="0">
                <a:latin typeface="FlandersArtSans-Regular"/>
              </a:rPr>
              <a:t>Entry date (eli:first_date_entry_in_force)</a:t>
            </a:r>
            <a:endParaRPr lang="en-US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C8075EC3-FF51-EAEC-DDBE-891C599031D6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No annotation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 </a:t>
            </a:r>
            <a:endParaRPr lang="nl-BE" dirty="0"/>
          </a:p>
          <a:p>
            <a:pPr marL="0" indent="0">
              <a:buNone/>
            </a:pPr>
            <a:endParaRPr lang="nl-BE" dirty="0">
              <a:latin typeface="FlandersArtSans-Light"/>
            </a:endParaRPr>
          </a:p>
          <a:p>
            <a:pPr marL="0" indent="0">
              <a:buNone/>
            </a:pPr>
            <a:r>
              <a:rPr lang="nl-BE">
                <a:latin typeface="FlandersArtSans-Light"/>
              </a:rPr>
              <a:t>PDF flow should capture this date: 2026-03-05 (date of decision)</a:t>
            </a:r>
            <a:endParaRPr lang="nl-BE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31C777-3B27-B8B7-3620-985C402F4223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D863DE-5032-284C-9592-6D9A31370759}"/>
              </a:ext>
            </a:extLst>
          </p:cNvPr>
          <p:cNvSpPr txBox="1"/>
          <p:nvPr/>
        </p:nvSpPr>
        <p:spPr>
          <a:xfrm>
            <a:off x="720829" y="1612307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The first date any part of the legal resource came into force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0F7176-96C6-88F5-F239-580789B4B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504" y="2899954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993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462E5-E2E1-A2A6-7258-D07148951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B2FA4FC5-0FF5-37B2-0DA3-1B4D284E2A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22A17EA8-44F7-5E7E-A86E-A2ED15456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Impact date (eli:date_applicability)</a:t>
            </a:r>
            <a:endParaRPr lang="en-US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8B322E98-1BFA-D157-CD55-D07C3BF23F5C}"/>
              </a:ext>
            </a:extLst>
          </p:cNvPr>
          <p:cNvSpPr txBox="1">
            <a:spLocks/>
          </p:cNvSpPr>
          <p:nvPr/>
        </p:nvSpPr>
        <p:spPr>
          <a:xfrm>
            <a:off x="719138" y="2087049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 fontScale="70000" lnSpcReduction="20000"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 dirty="0">
                <a:latin typeface="FlandersArtSans-Medium"/>
              </a:rPr>
              <a:t>Result in HVT</a:t>
            </a:r>
            <a:endParaRPr lang="nl-BE" dirty="0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 dirty="0">
                <a:solidFill>
                  <a:srgbClr val="303230"/>
                </a:solidFill>
                <a:latin typeface="FlandersArtSans-Light"/>
              </a:rPr>
              <a:t>9 maart</a:t>
            </a:r>
            <a:endParaRPr lang="nl-BE" dirty="0"/>
          </a:p>
          <a:p>
            <a:pPr>
              <a:buNone/>
            </a:pPr>
            <a:r>
              <a:rPr lang="nl-BE" dirty="0">
                <a:solidFill>
                  <a:srgbClr val="303230"/>
                </a:solidFill>
                <a:latin typeface="FlandersArtSans-Light"/>
              </a:rPr>
              <a:t>30 april</a:t>
            </a:r>
            <a:endParaRPr lang="nl-BE" dirty="0"/>
          </a:p>
          <a:p>
            <a:pPr>
              <a:buNone/>
            </a:pPr>
            <a:r>
              <a:rPr lang="nl-BE" dirty="0">
                <a:solidFill>
                  <a:srgbClr val="303230"/>
                </a:solidFill>
                <a:latin typeface="FlandersArtSans-Light"/>
              </a:rPr>
              <a:t>28 mei </a:t>
            </a:r>
            <a:endParaRPr lang="nl-BE" dirty="0"/>
          </a:p>
          <a:p>
            <a:pPr>
              <a:buNone/>
            </a:pPr>
            <a:r>
              <a:rPr lang="nl-BE" dirty="0">
                <a:solidFill>
                  <a:srgbClr val="303230"/>
                </a:solidFill>
                <a:latin typeface="FlandersArtSans-Light"/>
              </a:rPr>
              <a:t>25 juni</a:t>
            </a:r>
            <a:endParaRPr lang="nl-BE" dirty="0"/>
          </a:p>
          <a:p>
            <a:pPr>
              <a:buNone/>
            </a:pPr>
            <a:r>
              <a:rPr lang="nl-BE" dirty="0">
                <a:solidFill>
                  <a:srgbClr val="303230"/>
                </a:solidFill>
                <a:latin typeface="FlandersArtSans-Light"/>
              </a:rPr>
              <a:t>27 augustus</a:t>
            </a:r>
            <a:endParaRPr lang="nl-BE" dirty="0"/>
          </a:p>
          <a:p>
            <a:pPr>
              <a:buNone/>
            </a:pPr>
            <a:r>
              <a:rPr lang="nl-BE" dirty="0">
                <a:solidFill>
                  <a:srgbClr val="303230"/>
                </a:solidFill>
                <a:latin typeface="FlandersArtSans-Light"/>
              </a:rPr>
              <a:t>24 september</a:t>
            </a:r>
            <a:endParaRPr lang="nl-BE" dirty="0"/>
          </a:p>
          <a:p>
            <a:pPr>
              <a:buNone/>
            </a:pPr>
            <a:r>
              <a:rPr lang="nl-BE" dirty="0">
                <a:solidFill>
                  <a:srgbClr val="303230"/>
                </a:solidFill>
                <a:latin typeface="FlandersArtSans-Light"/>
              </a:rPr>
              <a:t>29 oktober</a:t>
            </a:r>
            <a:endParaRPr lang="nl-BE" dirty="0"/>
          </a:p>
          <a:p>
            <a:pPr>
              <a:buNone/>
            </a:pPr>
            <a:r>
              <a:rPr lang="nl-BE" dirty="0">
                <a:solidFill>
                  <a:srgbClr val="303230"/>
                </a:solidFill>
                <a:latin typeface="FlandersArtSans-Light"/>
              </a:rPr>
              <a:t>19 november</a:t>
            </a:r>
            <a:endParaRPr lang="nl-BE" dirty="0"/>
          </a:p>
          <a:p>
            <a:pPr>
              <a:buNone/>
            </a:pPr>
            <a:r>
              <a:rPr lang="nl-BE" dirty="0">
                <a:solidFill>
                  <a:srgbClr val="303230"/>
                </a:solidFill>
                <a:latin typeface="FlandersArtSans-Light"/>
              </a:rPr>
              <a:t>2026-12-10</a:t>
            </a:r>
            <a:endParaRPr lang="nl-BE" dirty="0"/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 dirty="0">
                <a:latin typeface="FlandersArtSans-Medium"/>
              </a:rPr>
              <a:t>Expected</a:t>
            </a:r>
            <a:endParaRPr lang="nl-BE" dirty="0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 dirty="0"/>
              <a:t>2026-03-19</a:t>
            </a:r>
          </a:p>
          <a:p>
            <a:pPr>
              <a:buNone/>
            </a:pPr>
            <a:r>
              <a:rPr lang="nl-BE" dirty="0"/>
              <a:t>2026-04-30</a:t>
            </a:r>
          </a:p>
          <a:p>
            <a:pPr>
              <a:buNone/>
            </a:pPr>
            <a:r>
              <a:rPr lang="nl-BE" dirty="0"/>
              <a:t>...</a:t>
            </a:r>
          </a:p>
          <a:p>
            <a:pPr marL="0" indent="0">
              <a:buNone/>
            </a:pPr>
            <a:r>
              <a:rPr lang="nl-BE" dirty="0"/>
              <a:t>2026-12-10</a:t>
            </a: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692A7-1271-1BF0-DF76-A3D65F9635E8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EA3BD6-2855-3CAB-1FD9-0E75C6412E37}"/>
              </a:ext>
            </a:extLst>
          </p:cNvPr>
          <p:cNvSpPr txBox="1"/>
          <p:nvPr/>
        </p:nvSpPr>
        <p:spPr>
          <a:xfrm>
            <a:off x="720829" y="1513103"/>
            <a:ext cx="843076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The date at which the legislation becomes applicable. This is distinct from the date of entry into force : a text may come in force today, and state it will become applicable in 3 months.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EBD471-AAFA-1E9B-6F9A-0CBFE711E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665" y="3120347"/>
            <a:ext cx="571573" cy="7048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3DBA68-C877-27D8-8B6F-237BC883E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65" y="5040920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11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F0762-2B73-18BE-4F76-A4451AD85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B6292C8-06FD-ACF4-5853-970F7667249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06F315B6-1F2A-D68A-7ECA-1610AE570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 dirty="0">
                <a:latin typeface="FlandersArtSans-Regular"/>
              </a:rPr>
              <a:t>Expiry date (eli:date_no_longer_in_force)</a:t>
            </a:r>
            <a:endParaRPr lang="nl-BE" sz="5200" dirty="0">
              <a:solidFill>
                <a:srgbClr val="000000"/>
              </a:solidFill>
            </a:endParaRPr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E84AB86B-2185-17A4-8F48-69C0AEFC9FC0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No annotation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 </a:t>
            </a: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Should be derived from decision that changes this decision</a:t>
            </a:r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2BC91-4A3D-938C-7F0E-DBB045057236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F16D04-DD84-23AB-7ED2-596FB2197CE0}"/>
              </a:ext>
            </a:extLst>
          </p:cNvPr>
          <p:cNvSpPr txBox="1"/>
          <p:nvPr/>
        </p:nvSpPr>
        <p:spPr>
          <a:xfrm>
            <a:off x="720829" y="1668205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The last date any part of the legislation is in force, if the date is known.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4815AD-1831-A789-FF58-087313FB1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504" y="2899954"/>
            <a:ext cx="571573" cy="704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D78EA6-4479-9E08-9BFD-651C353DC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" y="6550675"/>
            <a:ext cx="14032112" cy="119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15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64D2F-FA35-8F0A-41B5-5E5DBA18B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8D3B6BA9-EDB9-A543-C4AC-4387299A7EB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775D1F8A-1D2D-870C-F990-39F32538A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Legal basis date (eli:date_document)</a:t>
            </a:r>
            <a:endParaRPr lang="en-US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520E923C-A4DD-8A66-E614-2D3EDD329FDA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No annotation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 </a:t>
            </a: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PDF flow should capture this date: 2026-03-05 (date of decision)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E465F-1F0C-FE3C-CA0E-DFAD9A690D7C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C8AFFB-45AB-D39C-9E70-6202A3D88D96}"/>
              </a:ext>
            </a:extLst>
          </p:cNvPr>
          <p:cNvSpPr txBox="1"/>
          <p:nvPr/>
        </p:nvSpPr>
        <p:spPr>
          <a:xfrm>
            <a:off x="720829" y="1668205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Date of adoption or signature (of the form </a:t>
            </a:r>
            <a:r>
              <a:rPr lang="en-US" sz="2000" dirty="0" err="1">
                <a:ea typeface="+mn-lt"/>
                <a:cs typeface="+mn-lt"/>
              </a:rPr>
              <a:t>yyyy</a:t>
            </a:r>
            <a:r>
              <a:rPr lang="en-US" sz="2000" dirty="0">
                <a:ea typeface="+mn-lt"/>
                <a:cs typeface="+mn-lt"/>
              </a:rPr>
              <a:t>-mm-dd)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2E4B05-32AD-9F19-D37E-3142D907A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504" y="2899954"/>
            <a:ext cx="571573" cy="704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60C737-178C-3DAC-BC1C-C572EE2EEA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93" r="19634" b="-456"/>
          <a:stretch>
            <a:fillRect/>
          </a:stretch>
        </p:blipFill>
        <p:spPr>
          <a:xfrm>
            <a:off x="3898577" y="6757182"/>
            <a:ext cx="4149458" cy="80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433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484FF-B8F5-D4CF-0236-AEB936CC9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B66BEC5-582A-A574-6AF0-87507AB1AEF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5504E93F-0C70-A34B-660D-A136FA22F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 dirty="0">
                <a:latin typeface="FlandersArtSans-Regular"/>
              </a:rPr>
              <a:t>Publication date (eli:date_publication)</a:t>
            </a:r>
            <a:endParaRPr lang="en-US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06B5397C-D5A4-4E52-858D-97B363AAEB1D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No annotation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 </a:t>
            </a: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PDF flow should capture this date: 2026-03-06 (date of publication)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87191B-6E3A-88F2-0777-545978E10215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51B834-263E-21F4-9F64-0CB23E2CBD20}"/>
              </a:ext>
            </a:extLst>
          </p:cNvPr>
          <p:cNvSpPr txBox="1"/>
          <p:nvPr/>
        </p:nvSpPr>
        <p:spPr>
          <a:xfrm>
            <a:off x="720829" y="1668205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Date of publication of the official version of the legislation (</a:t>
            </a:r>
            <a:r>
              <a:rPr lang="en-US" sz="2000" dirty="0" err="1">
                <a:ea typeface="+mn-lt"/>
                <a:cs typeface="+mn-lt"/>
              </a:rPr>
              <a:t>yyyy</a:t>
            </a:r>
            <a:r>
              <a:rPr lang="en-US" sz="2000" dirty="0">
                <a:ea typeface="+mn-lt"/>
                <a:cs typeface="+mn-lt"/>
              </a:rPr>
              <a:t>-mm-dd)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4CE196-AC59-5C53-4155-7C4E9B28F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504" y="2899954"/>
            <a:ext cx="571573" cy="704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755565-E1B5-BA8C-AE1D-B86171A47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513" y="6357300"/>
            <a:ext cx="3867643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97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D6BAD-2913-1E02-CEFD-AA56C6A21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BEE73A66-8E70-D3D3-B2C5-1A34FC0055B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F9435B1A-C704-F6C2-E20B-D25CA0C68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Session date (eli-dl:activity_date)</a:t>
            </a:r>
            <a:endParaRPr lang="en-US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FD2A55B1-AA4A-89B6-CEA7-364B682FC97F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No annotation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 </a:t>
            </a: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PDF flow should capture this date: 2026-03-05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1C919B-4F87-1757-C30D-89BD26D16912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1E1753-12B9-6C5C-B463-2A191518FCF8}"/>
              </a:ext>
            </a:extLst>
          </p:cNvPr>
          <p:cNvSpPr txBox="1"/>
          <p:nvPr/>
        </p:nvSpPr>
        <p:spPr>
          <a:xfrm>
            <a:off x="720829" y="1668205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Date of meeting</a:t>
            </a:r>
            <a:endParaRPr lang="en-US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A45E7E-D2D9-D4E5-09A6-B2FF52D35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504" y="2899954"/>
            <a:ext cx="571573" cy="704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7F555D-EE91-AF39-768F-18DD250A7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479" y="6565100"/>
            <a:ext cx="2248186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214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32607-8470-07E0-833F-0C9F5807D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1401BFFB-DD85-5F2B-464F-26BD15658B5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E9E7F578-6AC2-EDC7-5DFD-20DAC28DC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1287019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Validity period (dct:extent)</a:t>
            </a:r>
            <a:endParaRPr lang="en-US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6318350C-B12A-282F-A5A2-4475C34460FE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yyyy-mm-dd of start and end</a:t>
            </a: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B5024-3D00-AA81-6299-0305C271D162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954715-AD20-2499-C590-D6C59F387B7E}"/>
              </a:ext>
            </a:extLst>
          </p:cNvPr>
          <p:cNvSpPr txBox="1"/>
          <p:nvPr/>
        </p:nvSpPr>
        <p:spPr>
          <a:xfrm>
            <a:off x="720829" y="1360429"/>
            <a:ext cx="8430763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The time frame of the </a:t>
            </a:r>
            <a:r>
              <a:rPr lang="en-US" sz="2000" dirty="0" err="1">
                <a:ea typeface="+mn-lt"/>
                <a:cs typeface="+mn-lt"/>
              </a:rPr>
              <a:t>Normatieve</a:t>
            </a:r>
            <a:r>
              <a:rPr lang="en-US" sz="2000" dirty="0">
                <a:ea typeface="+mn-lt"/>
                <a:cs typeface="+mn-lt"/>
              </a:rPr>
              <a:t> provision, when something is allowed. Same as impact date.  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CE7C61-F86E-8B3D-6F97-DDBFEC118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718" y="2591490"/>
            <a:ext cx="401432" cy="5599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92AC26-ABC9-3D6C-7639-CDCC31F9B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6558" y="2229124"/>
            <a:ext cx="6848348" cy="31693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1EAF77-1563-4F16-2A70-E26100B0A9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0718" y="2005775"/>
            <a:ext cx="432939" cy="5851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A81BD2-866F-4810-C989-A2AEB4B87A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7345" y="2944007"/>
            <a:ext cx="357321" cy="4591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B91ED1-5830-C7A7-F766-23CC6A3F69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2309" y="3353309"/>
            <a:ext cx="357321" cy="4591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E526F65-CAF5-AB65-78D2-9A69C7B920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0976" y="3731125"/>
            <a:ext cx="357321" cy="45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795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FD0DA-159A-9844-33AF-C3F7635D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B959C2AA-67A6-E6C9-77F1-D4A31B5C417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07FC1DBF-6F6A-D946-BDB3-BA80E44E3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2567369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Mandatary / participant (eli-dl:had_participant_person)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5A74720C-7C62-91B3-DE70-A51A61A5558C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>
              <a:buNone/>
            </a:pPr>
            <a:r>
              <a:rPr lang="nl-BE"/>
              <a:t>No annotation</a:t>
            </a:r>
            <a:endParaRPr lang="nl-BE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Not expected </a:t>
            </a: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PDF flow should capture </a:t>
            </a:r>
            <a:endParaRPr lang="nl-BE"/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B8F45-A0E0-593E-8B4A-B4FB9061A69E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96F29B-F8F1-AE33-583A-B922A796AC27}"/>
              </a:ext>
            </a:extLst>
          </p:cNvPr>
          <p:cNvSpPr txBox="1"/>
          <p:nvPr/>
        </p:nvSpPr>
        <p:spPr>
          <a:xfrm>
            <a:off x="720829" y="2146774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A person participating in an activity.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92F166-2040-6167-A49F-79B3F7B21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670" y="3397501"/>
            <a:ext cx="401432" cy="5599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C4BC63-B178-12AF-C652-FA06FA35E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788" y="5567215"/>
            <a:ext cx="8953065" cy="199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79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03F5E-75D0-0725-7F1E-6CE97A891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69BD919-EECE-9891-B824-D0E565146A1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3C4D1246-CA7E-8CA7-8756-9480DE5E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192719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Voting (ext:voting)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E34504A1-03CC-D035-C50F-6DC7C6D8E6E4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Light"/>
              </a:rPr>
              <a:t>A Vote activity</a:t>
            </a:r>
            <a:endParaRPr lang="en-US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>
              <a:buNone/>
            </a:pPr>
            <a:r>
              <a:rPr lang="nl-BE"/>
              <a:t>No annotation</a:t>
            </a:r>
            <a:endParaRPr lang="nl-BE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Not expected </a:t>
            </a: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PDF flow should capture </a:t>
            </a:r>
            <a:endParaRPr lang="nl-BE"/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9D736-C0A6-B40D-407A-1D3EE8A48CD2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0AB9DB-9339-C2A7-4C7D-2F042A4C4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670" y="3397501"/>
            <a:ext cx="401432" cy="5599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90B558-1511-BFA4-9956-DFDDEDDB1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265" y="6203582"/>
            <a:ext cx="3105546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02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1177E-3962-5DA7-5083-27A8A2F18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6F990A3E-89CE-571A-061A-712134E14FD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9D97B755-EF7C-C5BE-C13A-D6E5BEF81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2567369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Legal framework (ext:legal_framework)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67DE9706-588C-8149-A616-ECA5D97B43C1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>
              <a:buNone/>
            </a:pPr>
            <a:r>
              <a:rPr lang="nl-BE"/>
              <a:t>No annotation</a:t>
            </a:r>
            <a:endParaRPr lang="nl-BE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Not expected </a:t>
            </a: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PDF flow should capture:</a:t>
            </a:r>
            <a:endParaRPr lang="nl-BE">
              <a:solidFill>
                <a:srgbClr val="303230"/>
              </a:solidFill>
            </a:endParaRPr>
          </a:p>
          <a:p>
            <a:pPr marL="342900" indent="-342900">
              <a:buFont typeface="Calibri" panose="05000000000000000000" pitchFamily="2" charset="2"/>
              <a:buChar char="-"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VLAREM II, artikel 5.32.2.2bis </a:t>
            </a:r>
            <a:endParaRPr lang="nl-BE">
              <a:solidFill>
                <a:srgbClr val="303230"/>
              </a:solidFill>
            </a:endParaRPr>
          </a:p>
          <a:p>
            <a:pPr marL="342900" indent="-342900">
              <a:buFont typeface="Calibri" panose="05000000000000000000" pitchFamily="2" charset="2"/>
              <a:buChar char="-"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hoofdstuk 6.7 (artikels 6.7.1 tot en met 6.7.4)</a:t>
            </a:r>
            <a:endParaRPr lang="nl-BE">
              <a:solidFill>
                <a:srgbClr val="303230"/>
              </a:solidFill>
            </a:endParaRP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2D3F61-182E-4848-FF58-86051C837B9A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DD0466-AE69-C7F1-EA28-055B9643B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670" y="3397501"/>
            <a:ext cx="401432" cy="55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326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EE6C9-2F94-4E66-1846-75D1759AE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9A3C1ED3-B8C7-EBF3-856A-58551347F53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F8BB0D38-4C5D-B351-6CB5-70E8AA4E8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3847720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Previous decisions (ext:previousDecisions)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11F3D00C-E319-CCAA-2E8E-DBF607C65079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>
              <a:buNone/>
            </a:pPr>
            <a:r>
              <a:rPr lang="nl-BE"/>
              <a:t>No annotation</a:t>
            </a:r>
            <a:endParaRPr lang="nl-BE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Not expected </a:t>
            </a: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>
              <a:solidFill>
                <a:srgbClr val="30323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F9C584-4884-94E9-E9B0-985805A3DAD0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63327D-A921-B6FE-B5D9-72C479470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670" y="3397501"/>
            <a:ext cx="401432" cy="55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51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CE71D-2B0C-FC8E-30E2-182B05552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DDA7E66-3A6C-6C1E-A471-1B204C14AD6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B531ED9E-C2A2-ED90-680A-A98957A38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3847720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Administrative body</a:t>
            </a:r>
            <a:endParaRPr lang="en-US"/>
          </a:p>
          <a:p>
            <a:r>
              <a:rPr lang="nl-BE" sz="5200" dirty="0">
                <a:latin typeface="FlandersArtSans-Regular"/>
              </a:rPr>
              <a:t> </a:t>
            </a:r>
            <a:r>
              <a:rPr lang="nl-BE" sz="5200">
                <a:latin typeface="FlandersArtSans-Regular"/>
              </a:rPr>
              <a:t>(eli:passed_by</a:t>
            </a:r>
            <a:r>
              <a:rPr lang="nl-BE" sz="5200" dirty="0">
                <a:latin typeface="FlandersArtSans-Regular"/>
              </a:rPr>
              <a:t>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C8C00C1A-3B5B-ED21-21A1-A635A2314EA8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r>
              <a:rPr lang="nl-BE"/>
              <a:t>van burgemeester en schepenen </a:t>
            </a: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r>
              <a:rPr lang="nl-BE" dirty="0"/>
              <a:t>College </a:t>
            </a:r>
            <a:r>
              <a:rPr lang="nl-BE"/>
              <a:t>van burgemeester en schepenen</a:t>
            </a:r>
            <a:r>
              <a:rPr lang="nl-BE" dirty="0"/>
              <a:t> </a:t>
            </a: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>
              <a:solidFill>
                <a:srgbClr val="30323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C32B4-4C9C-530E-4F9F-F907CBAF7B36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0F2088-E582-7E8B-E985-581F0C14A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298" y="1463848"/>
            <a:ext cx="4365045" cy="28798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95CE04-5E5A-213E-29BD-2DC525C26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222" y="4375072"/>
            <a:ext cx="6022844" cy="2870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1F7A5B-176E-82A5-29FF-8A41452B8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1061" y="2547324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001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54D10-2B7B-FE68-915C-A7AF03B22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818916F4-74A9-C60B-A567-90DFD067D21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99299CF3-FAD3-A986-EBB4-38D4E7D0A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3207545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Context location (dct:spatial)</a:t>
            </a:r>
            <a:br>
              <a:rPr lang="nl-BE" sz="5200" dirty="0">
                <a:latin typeface="FlandersArtSans-Regular"/>
              </a:rPr>
            </a:br>
            <a:endParaRPr lang="nl-BE" sz="5200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96195357-E184-0897-88FD-77461E88133F}"/>
              </a:ext>
            </a:extLst>
          </p:cNvPr>
          <p:cNvSpPr txBox="1">
            <a:spLocks/>
          </p:cNvSpPr>
          <p:nvPr/>
        </p:nvSpPr>
        <p:spPr>
          <a:xfrm>
            <a:off x="719138" y="2320036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No annotation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 </a:t>
            </a:r>
            <a:endParaRPr lang="en-US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0C268-8086-F5D7-FB85-161F8BD8BFAB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823DA8-B6EC-B535-7DBE-F4CE2FE08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670" y="3397501"/>
            <a:ext cx="401432" cy="5599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79BBA0B-76D7-AED0-7806-7473BB5AE24E}"/>
              </a:ext>
            </a:extLst>
          </p:cNvPr>
          <p:cNvSpPr txBox="1"/>
          <p:nvPr/>
        </p:nvSpPr>
        <p:spPr>
          <a:xfrm>
            <a:off x="739726" y="1162937"/>
            <a:ext cx="7932385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General location that is not the impact location (where the decision has impact on)</a:t>
            </a:r>
          </a:p>
        </p:txBody>
      </p:sp>
    </p:spTree>
    <p:extLst>
      <p:ext uri="{BB962C8B-B14F-4D97-AF65-F5344CB8AC3E}">
        <p14:creationId xmlns:p14="http://schemas.microsoft.com/office/powerpoint/2010/main" val="2126019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09630-3F36-B5DB-1DE0-1D1BFD648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7A4FD28A-2536-0872-560B-B17F7AA1450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8CF22BEC-333D-B4B2-1CC1-8C4A1491B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3207545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Impact location (prov:atLocation)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0CD48007-8D5C-9AAC-6422-88C4C3492E42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Kortrijksesteenweg 206 te Gent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25 juni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28 mei</a:t>
            </a:r>
            <a:endParaRPr lang="nl-BE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>
              <a:latin typeface="FlandersArtSans-Medium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Kortrijksesteenweg 206 te Gent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63DD18-A7F9-7FEE-C5BA-96E6D5FB9821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4BEE87-B7C4-A840-E4C8-C456E0436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005" y="2043535"/>
            <a:ext cx="546367" cy="7930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6CA33A-4549-09E2-3DA0-B4E736332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267" y="2528433"/>
            <a:ext cx="571573" cy="704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F23469-E24A-DE28-2774-F9CF320F8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171" y="3051081"/>
            <a:ext cx="571573" cy="704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9153F9-4BCC-EDCB-A122-BE9DE30AB6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798" y="2033917"/>
            <a:ext cx="3072178" cy="46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20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C8EC1-4FDE-45E9-3181-6B6A7577F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15A1DF70-CFD5-4CFF-9E69-51C1253EDE2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96A24644-B0C2-9A8D-9289-979BF59F1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2567369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Article (ext:article)</a:t>
            </a:r>
            <a:endParaRPr lang="nl-BE" sz="5200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C223BB70-6882-36A1-782C-DB843AB141E1}"/>
              </a:ext>
            </a:extLst>
          </p:cNvPr>
          <p:cNvSpPr txBox="1">
            <a:spLocks/>
          </p:cNvSpPr>
          <p:nvPr/>
        </p:nvSpPr>
        <p:spPr>
          <a:xfrm>
            <a:off x="719138" y="2320036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r>
              <a:rPr lang="nl-BE">
                <a:latin typeface="FlandersArtSans-Light"/>
              </a:rPr>
              <a:t>Artikel 1</a:t>
            </a:r>
            <a:endParaRPr lang="nl-BE" dirty="0">
              <a:latin typeface="FlandersArtSans-Light"/>
            </a:endParaRPr>
          </a:p>
          <a:p>
            <a:pPr marL="0" indent="0">
              <a:buNone/>
            </a:pPr>
            <a:r>
              <a:rPr lang="nl-BE">
                <a:latin typeface="FlandersArtSans-Light"/>
              </a:rPr>
              <a:t>Artikel 2</a:t>
            </a: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>
              <a:latin typeface="FlandersArtSans-Medium"/>
            </a:endParaRPr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Artikel 1 Het college van burgemeester en schepenen verleent onder voorwaarden de toelating...</a:t>
            </a:r>
            <a:endParaRPr lang="nl-BE"/>
          </a:p>
          <a:p>
            <a:pPr>
              <a:buNone/>
            </a:pP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Artikel 2 Het college van burgemeester en schepenen legt volgende toelatingsvoorwaarden op ...</a:t>
            </a:r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124E-1AAA-FE42-FB19-03503A81A359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FF7D9F-B7AA-BA61-7B07-B270FC764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546" y="1227918"/>
            <a:ext cx="4401111" cy="1504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A803E4-7192-1761-A327-FF7A31742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48" y="3008238"/>
            <a:ext cx="4401111" cy="15049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8F16C0-04AE-2D80-8F8A-C146CF758C70}"/>
              </a:ext>
            </a:extLst>
          </p:cNvPr>
          <p:cNvSpPr txBox="1"/>
          <p:nvPr/>
        </p:nvSpPr>
        <p:spPr>
          <a:xfrm>
            <a:off x="717689" y="1577677"/>
            <a:ext cx="360419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Indicates the article content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33829D-A4F0-F1FA-9396-0B2029189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9649" y="2656211"/>
            <a:ext cx="571573" cy="7048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E3FF2C-04B7-3A3D-BADC-C48B1CEC1E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9282" y="3083385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684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C32F6-8CF9-2285-C4D2-466748E42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2DE85B-002D-D226-0C5C-A513DAD8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FlandersArtSerif-Light"/>
              </a:rPr>
              <a:t>Guideline </a:t>
            </a:r>
            <a:r>
              <a:rPr lang="nl-BE">
                <a:latin typeface="FlandersArtSerif-Light"/>
              </a:rPr>
              <a:t>human validation tool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DFB6D1F-C923-3E8A-F4E1-E33FC1C543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7620"/>
            <a:r>
              <a:rPr lang="nl-BE">
                <a:latin typeface="FlandersArtSans-Regular"/>
              </a:rPr>
              <a:t>LBRON-1520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897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8B33B6-ACCC-E988-7D49-FF435592D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latin typeface="FlandersArtSerif-Light"/>
              </a:rPr>
              <a:t>Freiburg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085576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3C38F-C4B2-B6F4-539A-A427C9554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63B936A-09BB-E2DE-857F-73A0F5BD3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AGENDA</a:t>
            </a:r>
          </a:p>
        </p:txBody>
      </p:sp>
      <p:sp>
        <p:nvSpPr>
          <p:cNvPr id="5" name="Running Header">
            <a:extLst>
              <a:ext uri="{FF2B5EF4-FFF2-40B4-BE49-F238E27FC236}">
                <a16:creationId xmlns:a16="http://schemas.microsoft.com/office/drawing/2014/main" id="{8063CF1E-C108-693A-06D8-2E78AE711B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1541187-B1CA-9232-8ABC-26BF2DC280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nl-BE" dirty="0">
              <a:latin typeface="FlandersArtSans-Light"/>
            </a:endParaRPr>
          </a:p>
          <a:p>
            <a:pPr marL="457200" indent="-457200">
              <a:buAutoNum type="arabicPeriod"/>
            </a:pPr>
            <a:r>
              <a:rPr lang="nl-BE">
                <a:latin typeface="FlandersArtSans-Light"/>
              </a:rPr>
              <a:t>Example decision of Freiburg</a:t>
            </a:r>
            <a:endParaRPr lang="en-US">
              <a:latin typeface="FlandersArtSans-Light"/>
            </a:endParaRPr>
          </a:p>
          <a:p>
            <a:pPr marL="457200" indent="-457200">
              <a:buAutoNum type="arabicPeriod"/>
            </a:pPr>
            <a:r>
              <a:rPr lang="nl-BE">
                <a:latin typeface="FlandersArtSans-Light"/>
              </a:rPr>
              <a:t>What gets annotated by AI</a:t>
            </a:r>
            <a:endParaRPr lang="nl-BE" dirty="0"/>
          </a:p>
          <a:p>
            <a:pPr marL="457200" indent="-457200">
              <a:buSzPct val="100000"/>
              <a:buAutoNum type="arabicPeriod"/>
            </a:pPr>
            <a:r>
              <a:rPr lang="nl-BE">
                <a:latin typeface="FlandersArtSans-Light"/>
              </a:rPr>
              <a:t>Step-by-step Human Validation Tool (HVT)</a:t>
            </a:r>
            <a:endParaRPr lang="en-US">
              <a:latin typeface="FlandersArtSans-Light"/>
            </a:endParaRPr>
          </a:p>
          <a:p>
            <a:pPr marL="0" indent="0">
              <a:buSzPct val="100000"/>
              <a:buNone/>
            </a:pPr>
            <a:endParaRPr lang="nl-BE" dirty="0"/>
          </a:p>
          <a:p>
            <a:pPr marL="457200" indent="-457200">
              <a:buSzPct val="100000"/>
              <a:buFont typeface="Flanders Art Sans Regular"/>
              <a:buAutoNum type="arabicPeriod"/>
            </a:pPr>
            <a:endParaRPr lang="nl-BE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5A70FEAA-C356-3D8F-D9A2-20BE560E770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6815" r="6815"/>
          <a:stretch/>
        </p:blipFill>
        <p:spPr>
          <a:xfrm>
            <a:off x="10953465" y="3266750"/>
            <a:ext cx="1906425" cy="19061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158734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923B4-C9D8-9566-DE3C-76228026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BB9923AD-C53D-BA19-2200-285E55D491C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7692" b="7692"/>
          <a:stretch>
            <a:fillRect/>
          </a:stretch>
        </p:blipFill>
        <p:spPr>
          <a:custGeom>
            <a:avLst/>
            <a:gdLst>
              <a:gd name="csX0" fmla="*/ 0 w 14039850"/>
              <a:gd name="csY0" fmla="*/ 0 h 7920038"/>
              <a:gd name="csX1" fmla="*/ 14039850 w 14039850"/>
              <a:gd name="csY1" fmla="*/ 0 h 7920038"/>
              <a:gd name="csX2" fmla="*/ 14039850 w 14039850"/>
              <a:gd name="csY2" fmla="*/ 7920038 h 7920038"/>
              <a:gd name="csX3" fmla="*/ 0 w 14039850"/>
              <a:gd name="csY3" fmla="*/ 7920038 h 7920038"/>
              <a:gd name="csX4" fmla="*/ 0 w 14039850"/>
              <a:gd name="csY4" fmla="*/ 0 h 7920038"/>
              <a:gd name="csX0" fmla="*/ 0 w 14039850"/>
              <a:gd name="csY0" fmla="*/ 0 h 7920038"/>
              <a:gd name="csX1" fmla="*/ 11504040 w 14039850"/>
              <a:gd name="csY1" fmla="*/ 0 h 7920038"/>
              <a:gd name="csX2" fmla="*/ 14039850 w 14039850"/>
              <a:gd name="csY2" fmla="*/ 7920038 h 7920038"/>
              <a:gd name="csX3" fmla="*/ 0 w 14039850"/>
              <a:gd name="csY3" fmla="*/ 7920038 h 7920038"/>
              <a:gd name="csX4" fmla="*/ 0 w 14039850"/>
              <a:gd name="csY4" fmla="*/ 0 h 7920038"/>
              <a:gd name="csX0" fmla="*/ 0 w 14039850"/>
              <a:gd name="csY0" fmla="*/ 0 h 7920038"/>
              <a:gd name="csX1" fmla="*/ 11522894 w 14039850"/>
              <a:gd name="csY1" fmla="*/ 0 h 7920038"/>
              <a:gd name="csX2" fmla="*/ 14039850 w 14039850"/>
              <a:gd name="csY2" fmla="*/ 7920038 h 7920038"/>
              <a:gd name="csX3" fmla="*/ 0 w 14039850"/>
              <a:gd name="csY3" fmla="*/ 7920038 h 7920038"/>
              <a:gd name="csX4" fmla="*/ 0 w 14039850"/>
              <a:gd name="csY4" fmla="*/ 0 h 7920038"/>
              <a:gd name="csX0" fmla="*/ 0 w 14039850"/>
              <a:gd name="csY0" fmla="*/ 0 h 7920038"/>
              <a:gd name="csX1" fmla="*/ 11513467 w 14039850"/>
              <a:gd name="csY1" fmla="*/ 9427 h 7920038"/>
              <a:gd name="csX2" fmla="*/ 14039850 w 14039850"/>
              <a:gd name="csY2" fmla="*/ 7920038 h 7920038"/>
              <a:gd name="csX3" fmla="*/ 0 w 14039850"/>
              <a:gd name="csY3" fmla="*/ 7920038 h 7920038"/>
              <a:gd name="csX4" fmla="*/ 0 w 14039850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039850" h="7920038">
                <a:moveTo>
                  <a:pt x="0" y="0"/>
                </a:moveTo>
                <a:lnTo>
                  <a:pt x="11513467" y="9427"/>
                </a:lnTo>
                <a:lnTo>
                  <a:pt x="14039850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0CB413D8-488B-F1F4-1926-8216B75B2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latin typeface="FlandersArtSans-Regular"/>
                <a:ea typeface="Roboto"/>
                <a:cs typeface="Roboto"/>
              </a:rPr>
              <a:t>G-25/160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743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5F7BF-5E61-4E8F-FD32-608E76FA7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7BCFD53-A269-826F-EF52-B0DCD4168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latin typeface="FlandersArtSans-Regular"/>
              </a:rPr>
              <a:t>Context</a:t>
            </a:r>
            <a:endParaRPr lang="en-US"/>
          </a:p>
        </p:txBody>
      </p:sp>
      <p:sp>
        <p:nvSpPr>
          <p:cNvPr id="6" name="Running Header">
            <a:extLst>
              <a:ext uri="{FF2B5EF4-FFF2-40B4-BE49-F238E27FC236}">
                <a16:creationId xmlns:a16="http://schemas.microsoft.com/office/drawing/2014/main" id="{281ACBB0-C43E-DDB2-E091-97835F126B6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DBAE2AE-3B0E-56F4-7DD2-C8CCE7D221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nl-BE">
                <a:latin typeface="FlandersArtSans-Light"/>
              </a:rPr>
              <a:t>BESCHLUSS-VORLAGE G-25/160</a:t>
            </a:r>
            <a:endParaRPr lang="nl-BE" dirty="0">
              <a:latin typeface="FlandersArtSans-Light"/>
            </a:endParaRPr>
          </a:p>
          <a:p>
            <a:r>
              <a:rPr lang="nl-BE">
                <a:latin typeface="FlandersArtSans-Light"/>
              </a:rPr>
              <a:t>City council</a:t>
            </a:r>
            <a:endParaRPr lang="nl-BE"/>
          </a:p>
          <a:p>
            <a:r>
              <a:rPr lang="nl-BE">
                <a:latin typeface="FlandersArtSans-Light"/>
              </a:rPr>
              <a:t>Session: 21th October 2025</a:t>
            </a:r>
          </a:p>
          <a:p>
            <a:r>
              <a:rPr lang="nl-BE">
                <a:latin typeface="FlandersArtSans-Light"/>
              </a:rPr>
              <a:t>Published on 1th October 2025</a:t>
            </a:r>
          </a:p>
          <a:p>
            <a:r>
              <a:rPr lang="nl-BE"/>
              <a:t>Election of the Mayor 2026</a:t>
            </a:r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B14471-3DEE-E0D5-9F7A-EEC88396BE1E}"/>
              </a:ext>
            </a:extLst>
          </p:cNvPr>
          <p:cNvSpPr txBox="1"/>
          <p:nvPr/>
        </p:nvSpPr>
        <p:spPr>
          <a:xfrm>
            <a:off x="808223" y="361155"/>
            <a:ext cx="7019925" cy="8156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ea typeface="+mn-lt"/>
                <a:cs typeface="+mn-lt"/>
                <a:hlinkClick r:id="rId3"/>
              </a:rPr>
              <a:t>https://ris.freiburg.de/submission?id=5681308100162</a:t>
            </a:r>
            <a:endParaRPr lang="en-US"/>
          </a:p>
          <a:p>
            <a:pPr algn="l"/>
            <a:endParaRPr lang="en-US" sz="1100" dirty="0">
              <a:ea typeface="+mn-lt"/>
              <a:cs typeface="+mn-lt"/>
            </a:endParaRPr>
          </a:p>
          <a:p>
            <a:endParaRPr lang="en-US" sz="1100" dirty="0"/>
          </a:p>
          <a:p>
            <a:endParaRPr lang="en-US" sz="200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DB3FE125-E8A9-F319-743F-A7D2A175EB4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 r="25318" b="-80"/>
          <a:stretch>
            <a:fillRect/>
          </a:stretch>
        </p:blipFill>
        <p:spPr>
          <a:xfrm>
            <a:off x="6871889" y="0"/>
            <a:ext cx="10353535" cy="79263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469842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F0FDC-E4EA-4837-CAE1-507102AC9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B0EB4FF-1464-24CB-8F6B-CE09398EE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5298" y="895930"/>
            <a:ext cx="10665212" cy="1742409"/>
          </a:xfrm>
        </p:spPr>
        <p:txBody>
          <a:bodyPr/>
          <a:lstStyle/>
          <a:p>
            <a:r>
              <a:rPr lang="nl-BE" dirty="0">
                <a:latin typeface="FlandersArtSans-Regular"/>
              </a:rPr>
              <a:t>AI annotates ELI Expression</a:t>
            </a:r>
            <a:br>
              <a:rPr lang="nl-BE" dirty="0">
                <a:latin typeface="FlandersArtSans-Regular"/>
              </a:rPr>
            </a:br>
            <a:r>
              <a:rPr lang="nl-BE" dirty="0">
                <a:latin typeface="FlandersArtSans-Regular"/>
              </a:rPr>
              <a:t>Content = OParl File (Main) </a:t>
            </a:r>
            <a:r>
              <a:rPr lang="nl-BE">
                <a:latin typeface="FlandersArtSans-Regular"/>
              </a:rPr>
              <a:t>(Beschlussvorlage)</a:t>
            </a:r>
            <a:endParaRPr lang="en-US"/>
          </a:p>
        </p:txBody>
      </p:sp>
      <p:sp>
        <p:nvSpPr>
          <p:cNvPr id="4" name="Running Header">
            <a:extLst>
              <a:ext uri="{FF2B5EF4-FFF2-40B4-BE49-F238E27FC236}">
                <a16:creationId xmlns:a16="http://schemas.microsoft.com/office/drawing/2014/main" id="{A7034CE3-B474-D931-200F-8C7DA212B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DDCBC8A-3F57-48B6-FEE7-1565FA369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nl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97D051-BB12-6851-605D-8EDCACEFD88C}"/>
              </a:ext>
            </a:extLst>
          </p:cNvPr>
          <p:cNvSpPr txBox="1"/>
          <p:nvPr/>
        </p:nvSpPr>
        <p:spPr>
          <a:xfrm>
            <a:off x="2800967" y="7497163"/>
            <a:ext cx="901659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--&gt; No motivation, participants, date session...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D2C0E735-69DD-B558-D352-203EEB131D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67" r="661" b="652"/>
          <a:stretch>
            <a:fillRect/>
          </a:stretch>
        </p:blipFill>
        <p:spPr>
          <a:xfrm>
            <a:off x="7844044" y="1731664"/>
            <a:ext cx="5079839" cy="60781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438331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21166-39D7-B261-1E94-AA3ABF42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99F1FFB-D090-401B-52B8-B2C5D643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FlandersArtSans-Regular"/>
              </a:rPr>
              <a:t>Human Validation </a:t>
            </a:r>
            <a:r>
              <a:rPr lang="nl-BE">
                <a:latin typeface="FlandersArtSans-Regular"/>
              </a:rPr>
              <a:t>Tool</a:t>
            </a:r>
            <a:endParaRPr 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64E3F50-6C41-99B3-9219-5F2BAF2AE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dirty="0">
                <a:latin typeface="FlandersArtSans-Light"/>
                <a:hlinkClick r:id="rId3"/>
              </a:rPr>
              <a:t>https://human-validator.decide.lblod.info/validate/f9131e75-b2d4-5b27-a97a-3dcef8631afd</a:t>
            </a:r>
            <a:r>
              <a:rPr lang="en-US" dirty="0">
                <a:latin typeface="FlandersArtSans-Light"/>
              </a:rPr>
              <a:t> </a:t>
            </a:r>
            <a:endParaRPr lang="nl-BE" dirty="0"/>
          </a:p>
        </p:txBody>
      </p:sp>
      <p:sp>
        <p:nvSpPr>
          <p:cNvPr id="6" name="Running Header">
            <a:extLst>
              <a:ext uri="{FF2B5EF4-FFF2-40B4-BE49-F238E27FC236}">
                <a16:creationId xmlns:a16="http://schemas.microsoft.com/office/drawing/2014/main" id="{FF12FC09-93D0-8F6D-F9E6-24C95EE5867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20713" y="359538"/>
            <a:ext cx="719136" cy="7200961"/>
          </a:xfrm>
        </p:spPr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64E2714E-CCDE-2A6A-37D5-4D319304B14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30327" r="30212"/>
          <a:stretch>
            <a:fillRect/>
          </a:stretch>
        </p:blipFill>
        <p:spPr>
          <a:xfrm>
            <a:off x="-33504" y="0"/>
            <a:ext cx="5761782" cy="7920038"/>
          </a:xfrm>
          <a:custGeom>
            <a:avLst/>
            <a:gdLst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3240432 w 5774552"/>
              <a:gd name="csY4" fmla="*/ 7905745 h 7920038"/>
              <a:gd name="csX5" fmla="*/ 0 w 5774552"/>
              <a:gd name="csY5" fmla="*/ 7920038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0 w 5774552"/>
              <a:gd name="csY4" fmla="*/ 7920038 h 7920038"/>
              <a:gd name="csX5" fmla="*/ 0 w 5774552"/>
              <a:gd name="csY5" fmla="*/ 0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0 w 5774552"/>
              <a:gd name="csY3" fmla="*/ 7920038 h 7920038"/>
              <a:gd name="csX4" fmla="*/ 0 w 5774552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74552" h="7920038">
                <a:moveTo>
                  <a:pt x="0" y="0"/>
                </a:moveTo>
                <a:lnTo>
                  <a:pt x="3240432" y="0"/>
                </a:lnTo>
                <a:lnTo>
                  <a:pt x="5774552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77233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82FED-3B1B-A265-B960-47C1A91C3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0429D73-7F34-92AA-2C52-5A82B98F7B8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C7F003D4-E95E-F305-9151-C078A0BC8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Title (eli:title)</a:t>
            </a:r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A3E6F117-77B9-C186-A6D0-6D21ACEF6573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 dirty="0">
              <a:latin typeface="FlandersArtSans-Medium" pitchFamily="2" charset="77"/>
            </a:endParaRPr>
          </a:p>
          <a:p>
            <a:pPr marL="0" indent="0">
              <a:buNone/>
            </a:pPr>
            <a:r>
              <a:rPr lang="nl-BE" sz="1600" b="1">
                <a:solidFill>
                  <a:srgbClr val="000000"/>
                </a:solidFill>
                <a:highlight>
                  <a:srgbClr val="F7F9FC"/>
                </a:highlight>
                <a:latin typeface="FlandersArtSans-Light"/>
              </a:rPr>
              <a:t>G-25/160</a:t>
            </a:r>
            <a:endParaRPr lang="nl-BE" sz="1600"/>
          </a:p>
          <a:p>
            <a:pPr marL="0" indent="0">
              <a:buFont typeface="Wingdings" panose="05000000000000000000" pitchFamily="2" charset="2"/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>
              <a:buNone/>
            </a:pPr>
            <a:r>
              <a:rPr lang="nl-BE" sz="1800" b="1">
                <a:solidFill>
                  <a:srgbClr val="000000"/>
                </a:solidFill>
                <a:highlight>
                  <a:srgbClr val="F7F9FC"/>
                </a:highlight>
                <a:latin typeface="FlandersArtSans-Light"/>
              </a:rPr>
              <a:t>G-25/160</a:t>
            </a:r>
            <a:endParaRPr lang="nl-BE" sz="1800"/>
          </a:p>
          <a:p>
            <a:pPr marL="0" indent="0">
              <a:buFont typeface="Wingdings" panose="05000000000000000000" pitchFamily="2" charset="2"/>
              <a:buNone/>
            </a:pP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Light"/>
            </a:endParaRPr>
          </a:p>
          <a:p>
            <a:pPr marL="0" indent="0">
              <a:buNone/>
            </a:pPr>
            <a:r>
              <a:rPr lang="nl-BE">
                <a:latin typeface="FlandersArtSans-Light"/>
              </a:rPr>
              <a:t>Title originates from the OParl data source (name of Paper)</a:t>
            </a: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visible as annotation to review</a:t>
            </a:r>
            <a:endParaRPr lang="nl-BE" dirty="0"/>
          </a:p>
          <a:p>
            <a:pPr marL="0" indent="0">
              <a:buFont typeface="Wingdings" panose="05000000000000000000" pitchFamily="2" charset="2"/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4F483-442A-0F76-48C2-EE2DB6DD3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70" y="2910175"/>
            <a:ext cx="12117257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1960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27F9C-3791-6A77-C2C1-44524EBAE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1BC556D2-7A67-C276-0648-16ABC6654DC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91FDC64A-6AF8-C7E4-20E6-6002A4BDF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Motivation (ext:motivering)</a:t>
            </a:r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B7CF720D-5879-3B5A-0C43-3BCC14D4FCFD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 dirty="0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 (separate motivation section is probably not used in Freiburg?) </a:t>
            </a: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Font typeface="Wingdings" panose="05000000000000000000" pitchFamily="2" charset="2"/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CFBEA6-BB0A-743B-95FD-74420E8F0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44" y="2704973"/>
            <a:ext cx="6736361" cy="1509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DC3EB7-CC66-34C4-22DB-F34377EF2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641" y="2948471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1818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48DB0-85C2-D488-EECF-266736104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C8FFC793-3942-ECBB-CCCB-7E3FEB8D5F7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CAFCE610-9D43-8B1F-D985-31DA97C6E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Content (ext:decision)</a:t>
            </a:r>
            <a:endParaRPr lang="en-US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CFBB9741-FB64-06B2-D67D-3FC49B5FC526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 fontScale="77500" lnSpcReduction="20000"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 dirty="0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Font typeface="Wingdings" panose="05000000000000000000" pitchFamily="2" charset="2"/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The last part is missing:</a:t>
            </a: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1. Der 1. Wahlgang für die Wahl...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...</a:t>
            </a:r>
            <a:endParaRPr lang="nl-BE" dirty="0">
              <a:latin typeface="FlandersArtSans-Light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6. Der Gemeinderat wählt Herrn Bürgermeister Prof. Dr. Haag als Vorsitzenden, Herrn Michael Haußmann, Amt für Bürgerservice und Informationsmanagement, als stellvertretenden Vorsitzenden und die...</a:t>
            </a:r>
            <a:endParaRPr lang="nl-BE"/>
          </a:p>
          <a:p>
            <a:pPr marL="0" indent="0">
              <a:buFont typeface="Wingdings" panose="05000000000000000000" pitchFamily="2" charset="2"/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Medium"/>
              </a:rPr>
              <a:t>Note</a:t>
            </a:r>
            <a:endParaRPr lang="nl-BE">
              <a:solidFill>
                <a:srgbClr val="000000"/>
              </a:solidFill>
              <a:latin typeface="FlandersArtSans-Medium"/>
            </a:endParaRPr>
          </a:p>
          <a:p>
            <a:pPr>
              <a:buNone/>
            </a:pPr>
            <a:endParaRPr lang="nl-BE" dirty="0">
              <a:latin typeface="FlandersArtSans-Light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Will be investigated (segmentation service)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430917-95B6-3977-21EE-6C6C8ABD4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9729" y="2169507"/>
            <a:ext cx="571573" cy="704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366846-A677-7840-52DB-75671F581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5655" y="1918234"/>
            <a:ext cx="5003948" cy="203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649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7CD5-92B7-D46C-C9F1-4E7F0DA2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A653CF0C-067E-CD2C-2635-E0D01EBC2A1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7B855198-3B79-5BAD-A64C-C912C4B1A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35672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Context date (dct:date)</a:t>
            </a:r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68067353-CA7A-FA5A-2AB0-4695C9A44C64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 fontScale="77500" lnSpcReduction="20000"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2026-04-26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2026-05-17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2026-03-31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April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HFA13.10.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21.10.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.02.2026 - .02.2026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2026-04-01</a:t>
            </a:r>
            <a:endParaRPr lang="nl-BE"/>
          </a:p>
          <a:p>
            <a:pPr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26th April 2026 (first voting)</a:t>
            </a: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17th May 2026 (second voting)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30th March 2026 (deadline candidates)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15th April 2026 decision city council</a:t>
            </a:r>
            <a:endParaRPr lang="nl-BE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ED9665-59DA-BF6F-E506-03136CBA97B7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0D1EFE-3B85-8EB7-797F-BF12D0FEC133}"/>
              </a:ext>
            </a:extLst>
          </p:cNvPr>
          <p:cNvSpPr txBox="1"/>
          <p:nvPr/>
        </p:nvSpPr>
        <p:spPr>
          <a:xfrm>
            <a:off x="720829" y="1266749"/>
            <a:ext cx="8430763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General date that is not an impact date </a:t>
            </a:r>
            <a:r>
              <a:rPr lang="en-US" sz="2000"/>
              <a:t>(date of activity that is allowed/declined by</a:t>
            </a:r>
            <a:r>
              <a:rPr lang="en-US" sz="2000" dirty="0"/>
              <a:t> the decision)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C73B32-93D8-6FD1-62EE-FABB6C7D6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361" y="2548324"/>
            <a:ext cx="353641" cy="4366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E2396B-71A5-E40D-0CDB-2724708F0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996" y="2841482"/>
            <a:ext cx="353641" cy="4366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E4CF84-98FE-DEEE-2163-99E595C9D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811" y="3059257"/>
            <a:ext cx="353641" cy="4366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78C0E1-0B70-6A63-F8C1-C7476CE02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152" y="4374281"/>
            <a:ext cx="353641" cy="4366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32AC36-6332-789C-8EE5-6D44F5EFF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776" y="3174622"/>
            <a:ext cx="336877" cy="3193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BB3001-B283-4AED-2395-EAB4CBEBA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8" y="3409149"/>
            <a:ext cx="336877" cy="3193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36248C-4090-8637-C4E2-F113CB289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525" y="3635300"/>
            <a:ext cx="336877" cy="3193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67D1AC-807D-2D5D-B276-FC0355FA0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4320" y="3894954"/>
            <a:ext cx="336877" cy="3193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42FE670-5F96-2DDD-3E58-97329E3B0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2383" y="4137857"/>
            <a:ext cx="336877" cy="3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618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705B0-3079-795D-B3D7-C22308DDA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2D4EDC9-3A77-5791-6E50-476AEB98154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449B1132-B7CA-A20C-B37C-2459ED8F9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Context period (dct:date)</a:t>
            </a:r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E4AFE5DA-92F2-9F56-1199-66EF653F42D4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 sz="1500">
                <a:latin typeface="FlandersArtSans-Light"/>
              </a:rPr>
              <a:t>2026-03-31 - 2026-03-31</a:t>
            </a:r>
            <a:endParaRPr lang="nl-BE" sz="1500">
              <a:solidFill>
                <a:srgbClr val="000000"/>
              </a:solidFill>
              <a:latin typeface="FlandersArtSans-Light"/>
            </a:endParaRPr>
          </a:p>
          <a:p>
            <a:pPr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</a:t>
            </a: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A95EEE-F2BB-644A-21DC-B87324B54F16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8BAAD-EA6B-2AFA-09EF-BFBF44C33438}"/>
              </a:ext>
            </a:extLst>
          </p:cNvPr>
          <p:cNvSpPr txBox="1"/>
          <p:nvPr/>
        </p:nvSpPr>
        <p:spPr>
          <a:xfrm>
            <a:off x="720829" y="1266749"/>
            <a:ext cx="8430763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General period (start and end) that is not an validity period (of activity that is allowed/declined)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62CC09-325B-0BFB-4AFC-2B293C4EA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822" y="2981975"/>
            <a:ext cx="336877" cy="3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699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DD19D-E2C7-829F-28D9-CA2684F9C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B15897DE-4516-16C0-D7E0-AA2D0B39035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3809466A-72A9-CE26-DBB1-DDCD02027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Entry date (eli:first_date_entry_in_force)</a:t>
            </a:r>
            <a:endParaRPr lang="en-US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AF36D3D4-A77F-8461-1B6B-3240D13100ED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 fontScale="92500"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2026-04-15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.02.2026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2026-02-21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2026-04-26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2026-04-15</a:t>
            </a:r>
            <a:endParaRPr lang="nl-BE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expected, because not part of beschlussvorlage</a:t>
            </a:r>
            <a:endParaRPr lang="nl-BE" dirty="0"/>
          </a:p>
          <a:p>
            <a:pPr marL="0" indent="0">
              <a:buNone/>
            </a:pPr>
            <a:endParaRPr lang="nl-BE" dirty="0">
              <a:latin typeface="FlandersArtSans-Light"/>
            </a:endParaRPr>
          </a:p>
          <a:p>
            <a:pPr marL="0" indent="0">
              <a:buNone/>
            </a:pPr>
            <a:r>
              <a:rPr lang="nl-BE" dirty="0">
                <a:latin typeface="FlandersArtSans-Light"/>
              </a:rPr>
              <a:t>PDF flow should capture this date: 2025-10-21 </a:t>
            </a:r>
            <a:r>
              <a:rPr lang="nl-BE">
                <a:latin typeface="FlandersArtSans-Light"/>
              </a:rPr>
              <a:t>(date of decision in meeting)</a:t>
            </a:r>
            <a:endParaRPr lang="nl-BE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D8046-E951-DBD1-26B8-7641D5CFB196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6F06A4-D8A9-CA49-9F49-AFB576B3E5A4}"/>
              </a:ext>
            </a:extLst>
          </p:cNvPr>
          <p:cNvSpPr txBox="1"/>
          <p:nvPr/>
        </p:nvSpPr>
        <p:spPr>
          <a:xfrm>
            <a:off x="720829" y="1612307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The first date any part of the legal resource came into force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C548EF-3623-737A-6CD0-B1BEABAB9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943" y="2965223"/>
            <a:ext cx="336877" cy="3193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D6308E-3E07-52AF-9D6B-609BD2BA0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620" y="3283509"/>
            <a:ext cx="336877" cy="319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38E0A8-A0D7-F281-D3F1-E5EE93378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298" y="3635299"/>
            <a:ext cx="336877" cy="3193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80A9FAF-AECA-4579-1647-EB3ED01AD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599" y="4054095"/>
            <a:ext cx="336877" cy="3193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7D7F22-BB4F-F3CF-1BEF-246688D9C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654" y="4464516"/>
            <a:ext cx="336877" cy="3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284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56E3D-A63D-1828-9009-D5CC955ED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EFD6A74-ED43-C445-2FB5-98EA33C53B1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78977438-798D-9E73-C329-65E3C4CAD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Impact date (eli:date_applicability)</a:t>
            </a:r>
            <a:endParaRPr lang="en-US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D168D81F-89E3-71ED-D96C-1E9364A580C4}"/>
              </a:ext>
            </a:extLst>
          </p:cNvPr>
          <p:cNvSpPr txBox="1">
            <a:spLocks/>
          </p:cNvSpPr>
          <p:nvPr/>
        </p:nvSpPr>
        <p:spPr>
          <a:xfrm>
            <a:off x="719138" y="2087049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 fontScale="77500" lnSpcReduction="20000"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2026-03-30     </a:t>
            </a:r>
            <a:endParaRPr lang="nl-BE"/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.02.2026     </a:t>
            </a:r>
            <a:endParaRPr lang="nl-BE"/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02.2026     </a:t>
            </a:r>
            <a:endParaRPr lang="nl-BE"/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2026-03-31     </a:t>
            </a:r>
            <a:endParaRPr lang="nl-BE"/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2026-04-15     </a:t>
            </a:r>
            <a:endParaRPr lang="nl-BE"/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.02.2026     </a:t>
            </a:r>
            <a:endParaRPr lang="nl-BE"/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2026-03-30</a:t>
            </a:r>
            <a:r>
              <a:rPr lang="nl-BE" dirty="0">
                <a:latin typeface="FlandersArtSans-Light"/>
              </a:rPr>
              <a:t>     </a:t>
            </a: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26.02  </a:t>
            </a:r>
            <a:r>
              <a:rPr lang="nl-BE">
                <a:solidFill>
                  <a:srgbClr val="303230"/>
                </a:solidFill>
                <a:latin typeface="FlandersArtSans-Light"/>
              </a:rPr>
              <a:t>   </a:t>
            </a:r>
            <a:endParaRPr lang="nl-BE"/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2026-02-21     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2026-04-15 </a:t>
            </a:r>
            <a:endParaRPr lang="nl-BE"/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/>
              <a:t>None expected</a:t>
            </a: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1C2EB6-778C-07C6-C309-F024CD950AD0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A862D-3888-4F0F-5DE2-2DDF36DF2E27}"/>
              </a:ext>
            </a:extLst>
          </p:cNvPr>
          <p:cNvSpPr txBox="1"/>
          <p:nvPr/>
        </p:nvSpPr>
        <p:spPr>
          <a:xfrm>
            <a:off x="720829" y="1513103"/>
            <a:ext cx="843076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The date at which the legislation becomes applicable. This is distinct from the date of entry into force : a text may come in force today, and state it will become applicable in 3 months.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315E92-8628-3552-49E9-94922AB28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482" y="3606152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30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2E0D7-4E62-29D8-C037-94951E787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FE993247-F378-2A23-319D-4C7CA9898C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4A69086F-8D62-88D1-D0E8-EC99A714C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Expiry date (eli:date_no_longer_in_force)</a:t>
            </a:r>
            <a:endParaRPr lang="nl-BE" sz="5200">
              <a:solidFill>
                <a:srgbClr val="000000"/>
              </a:solidFill>
            </a:endParaRPr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E7116FE6-575A-16B0-EFB2-741661AEE21A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26.02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.02.2026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02.2026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2026-03-30</a:t>
            </a:r>
            <a:endParaRPr lang="nl-BE"/>
          </a:p>
          <a:p>
            <a:pPr marL="0" indent="0">
              <a:buNone/>
            </a:pPr>
            <a:r>
              <a:rPr lang="nl-BE">
                <a:latin typeface="FlandersArtSans-Light"/>
              </a:rPr>
              <a:t>2026-03-30</a:t>
            </a:r>
            <a:endParaRPr lang="nl-BE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 </a:t>
            </a:r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992657-AB0F-B242-576F-DAA25770EF1D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35C616-B1CF-8042-B310-32285C27552A}"/>
              </a:ext>
            </a:extLst>
          </p:cNvPr>
          <p:cNvSpPr txBox="1"/>
          <p:nvPr/>
        </p:nvSpPr>
        <p:spPr>
          <a:xfrm>
            <a:off x="720829" y="1668205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The last date any part of the legislation is in force, if the date is known.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044A2A-9CD9-71DD-48AC-5FBDBFCA5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953" y="3447009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7381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AEA68-614E-9C3C-6EEC-2204E398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68D3C76-0F27-4662-7CC3-A2DFB7904D6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6A1A887E-30D0-B6B4-4107-CD43A6FAC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Legal basis date (eli:date_document)</a:t>
            </a:r>
            <a:endParaRPr lang="en-US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EF4DA8DD-6A17-DB5B-C154-0CCEE6886998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No annotation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 </a:t>
            </a: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PDF flow should capture this date: 2025-10-21 (date of Sitzung des Gemeinderates)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E7BCD5-6029-F3BB-5F3F-AB833A06BD02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BD7D4A-71E9-A173-D677-A80C0F1D121B}"/>
              </a:ext>
            </a:extLst>
          </p:cNvPr>
          <p:cNvSpPr txBox="1"/>
          <p:nvPr/>
        </p:nvSpPr>
        <p:spPr>
          <a:xfrm>
            <a:off x="720829" y="1668205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Date of adoption or signature (of the form </a:t>
            </a:r>
            <a:r>
              <a:rPr lang="en-US" sz="2000" dirty="0" err="1">
                <a:ea typeface="+mn-lt"/>
                <a:cs typeface="+mn-lt"/>
              </a:rPr>
              <a:t>yyyy</a:t>
            </a:r>
            <a:r>
              <a:rPr lang="en-US" sz="2000" dirty="0">
                <a:ea typeface="+mn-lt"/>
                <a:cs typeface="+mn-lt"/>
              </a:rPr>
              <a:t>-mm-dd)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8AA9BB-051B-5359-E3EB-20EF56CA3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504" y="2899954"/>
            <a:ext cx="571573" cy="704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C82375-D674-3BF8-FAE5-D9658B51E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5890" y="6201607"/>
            <a:ext cx="3305572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83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3A4B7-D9ED-4E2F-A7E8-982F3D7F7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7E17534-EDC4-61FE-82E2-9C5A6EE2E97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0E543E05-05F7-C416-9D30-3937E9DAE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Publication date (eli:publication_date)</a:t>
            </a:r>
            <a:endParaRPr lang="en-US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243E8EA9-D461-635F-4E08-D1F23725F873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No annotation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 </a:t>
            </a: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Could be this date on website: 2026-01-14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86433-B9FF-E815-6E67-91B3F02EC3A9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CB27F1-24F3-5943-E6B4-9CEE46EF94CA}"/>
              </a:ext>
            </a:extLst>
          </p:cNvPr>
          <p:cNvSpPr txBox="1"/>
          <p:nvPr/>
        </p:nvSpPr>
        <p:spPr>
          <a:xfrm>
            <a:off x="720829" y="1668205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Date of publication of the official version of the legislation (</a:t>
            </a:r>
            <a:r>
              <a:rPr lang="en-US" sz="2000" dirty="0" err="1">
                <a:ea typeface="+mn-lt"/>
                <a:cs typeface="+mn-lt"/>
              </a:rPr>
              <a:t>yyyy</a:t>
            </a:r>
            <a:r>
              <a:rPr lang="en-US" sz="2000" dirty="0">
                <a:ea typeface="+mn-lt"/>
                <a:cs typeface="+mn-lt"/>
              </a:rPr>
              <a:t>-mm-dd)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CBBF2F-1DB4-C544-1E64-EA640D6C4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504" y="2899954"/>
            <a:ext cx="571573" cy="704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4991A9-D590-3605-3EE6-9C1CC70E3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183" y="6468140"/>
            <a:ext cx="4277239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359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6F5DD-0E4D-AAE9-F32E-FF26CFE01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15F8365-3A32-1B21-F0D5-5F974FF3C15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7AC425E3-0B69-506F-1BED-1E4C97EA9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Session date (eli-dl:activity_date)</a:t>
            </a:r>
            <a:endParaRPr lang="en-US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19110C22-2BD6-C884-C364-461C088A7FB4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No annotation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 </a:t>
            </a: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PDF flow should capture this date: 2025-10-21 (date of Sitzung des Gemeinderates)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4D12F6-6646-9168-A6AB-ACC789E53CC8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D013EC-5315-D91C-3F88-F4D48EA2FFBE}"/>
              </a:ext>
            </a:extLst>
          </p:cNvPr>
          <p:cNvSpPr txBox="1"/>
          <p:nvPr/>
        </p:nvSpPr>
        <p:spPr>
          <a:xfrm>
            <a:off x="720829" y="1668205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Date of meeting</a:t>
            </a:r>
            <a:endParaRPr lang="en-US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4D31E3-6ECA-F1F5-9DC9-C59253F8D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504" y="2899954"/>
            <a:ext cx="571573" cy="704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16C4DD-55C8-96AF-53A1-F22DDE492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5890" y="6201607"/>
            <a:ext cx="3305572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971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6C593-E8E6-7392-103C-0107C47CC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AD14179D-A5BC-1B69-30B1-1F6994A5559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9441CDCC-5685-979F-D4A0-D3FB9C757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1287019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Validity period (dct:extent)</a:t>
            </a:r>
            <a:endParaRPr lang="en-US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FE66C4E0-6FC0-D5AE-796B-1F75FC04A346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eli:realizes    omg:NormatieveBepaling    https://data.lblod.info/id/normatievebepaling/8f0e1</a:t>
            </a:r>
            <a:r>
              <a:rPr lang="nl-BE" dirty="0">
                <a:latin typeface="FlandersArtSans-Light"/>
              </a:rPr>
              <a:t>9c3-01ee-4404-98b7-7cef3edcc2e4 </a:t>
            </a: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dct:extent    time:ProperInterval    2026-03-31 - 2026-03-31 </a:t>
            </a:r>
            <a:endParaRPr lang="nl-BE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Not applicable in this context</a:t>
            </a: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CCCB1-303C-BFD6-A8A4-68F38E372256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B016C4-B45D-7DAD-C12C-78B70E68D23F}"/>
              </a:ext>
            </a:extLst>
          </p:cNvPr>
          <p:cNvSpPr txBox="1"/>
          <p:nvPr/>
        </p:nvSpPr>
        <p:spPr>
          <a:xfrm>
            <a:off x="720829" y="1360429"/>
            <a:ext cx="8430763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The time frame of the </a:t>
            </a:r>
            <a:r>
              <a:rPr lang="en-US" sz="2000" dirty="0" err="1">
                <a:ea typeface="+mn-lt"/>
                <a:cs typeface="+mn-lt"/>
              </a:rPr>
              <a:t>Normatieve</a:t>
            </a:r>
            <a:r>
              <a:rPr lang="en-US" sz="2000" dirty="0">
                <a:ea typeface="+mn-lt"/>
                <a:cs typeface="+mn-lt"/>
              </a:rPr>
              <a:t> provision, when something is allowed. Same as impact date.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BDD48D-9354-1A76-5CA3-89A4FAAFD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631" y="2466453"/>
            <a:ext cx="432939" cy="58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9761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84870-4888-8997-115E-A46903094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83E1817E-0F27-B83B-1217-78DE89087B8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9B70BD78-B1A8-64CC-19F9-A4879548F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2567369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Mandatary / participant (eli-dl:had_participant_person)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076AAFF1-0C1A-4787-CCB1-5CD35E275612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 fontScale="92500"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Folkerts105001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Bürgermeister Prof. Dr. Haag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Michael Haußmann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Oberbürgermeister Horn</a:t>
            </a:r>
            <a:endParaRPr lang="nl-BE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Not expected</a:t>
            </a: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Already available in OParl API</a:t>
            </a: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3AC005-0819-69B1-0CA8-DE1C0093509E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119E2D-2558-6B64-9930-4ABC5CB42927}"/>
              </a:ext>
            </a:extLst>
          </p:cNvPr>
          <p:cNvSpPr txBox="1"/>
          <p:nvPr/>
        </p:nvSpPr>
        <p:spPr>
          <a:xfrm>
            <a:off x="720829" y="2146774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A person participating in an activity.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E5B5A8-EBFC-3198-7D50-7FEA6E78A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202" y="3077897"/>
            <a:ext cx="432939" cy="5851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4F7C9A-9C5B-BCC2-4583-D0A94974E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205" y="3371055"/>
            <a:ext cx="432939" cy="5851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3298F9-CD9D-0E9B-653D-4CB40D773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789" y="3664213"/>
            <a:ext cx="432939" cy="5851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D55CA2-674B-BA7D-3A9D-9BB4985B0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374" y="3957371"/>
            <a:ext cx="432939" cy="5851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2A9177-AE30-825C-AAE8-DBD59350A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049" y="5161683"/>
            <a:ext cx="3447673" cy="240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9453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B2265-FFEB-E17A-D374-723B2C226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6AF4369-077E-677A-EAB8-9993F765542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A4043EEA-8626-A96B-1053-5DFFCC00E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192719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Voting (ext:voting)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0C2BC04C-7773-E4EE-A594-234968EC0767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 lnSpcReduction="10000"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Light"/>
              </a:rPr>
              <a:t>A Vote activity</a:t>
            </a:r>
            <a:endParaRPr lang="en-US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>
              <a:buNone/>
            </a:pPr>
            <a:r>
              <a:rPr lang="nl-BE"/>
              <a:t>No annotation</a:t>
            </a:r>
            <a:endParaRPr lang="nl-BE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Not expected </a:t>
            </a: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PDF flow should capture: einstimmig bei 41 Ja-Stimmen, 0 Nein-Stimmen und 0 </a:t>
            </a:r>
            <a:r>
              <a:rPr lang="nl-BE" dirty="0">
                <a:solidFill>
                  <a:srgbClr val="303230"/>
                </a:solidFill>
                <a:latin typeface="FlandersArtSans-Light"/>
              </a:rPr>
              <a:t>Enthaltungen</a:t>
            </a:r>
            <a:endParaRPr lang="nl-BE" dirty="0"/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71C08-A7FC-47C0-93A3-62C201411C1B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27677A-ABED-71ED-FB09-34E79A6FB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670" y="3397501"/>
            <a:ext cx="401432" cy="55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099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744E3-5552-EA37-4320-60159A535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653D841-E36B-4C16-9EBB-0B2E3AB4439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BB33AB5B-8F7F-2A7C-E65B-F74B95AB1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2567369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Legal framework (ext:legal_framework)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17C295DC-1DD0-9DA0-7A07-7E1BBBD4E09E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 fontScale="92500"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Should be separate references:</a:t>
            </a: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§ 2 Abs. 2 KomWG</a:t>
            </a:r>
            <a:endParaRPr lang="nl-BE"/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§ 45 Abs. 1 Gemeindeordnung (GemO)</a:t>
            </a:r>
            <a:endParaRPr lang="nl-BE"/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§ 45 Abs. 2 GemO</a:t>
            </a:r>
            <a:endParaRPr lang="nl-BE"/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§ 47 Abs. 1 der GemO</a:t>
            </a:r>
            <a:endParaRPr lang="nl-BE"/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§ 2 Abs. 3 KomWG</a:t>
            </a:r>
            <a:endParaRPr lang="nl-BE"/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E62B4-0B73-293F-7AE6-156241A91EE1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C04CA9-1CFF-8A3C-3D17-4B1E59981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873" y="2612027"/>
            <a:ext cx="8878059" cy="17644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EDE269-5349-075F-F011-E1D532462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339" y="1729312"/>
            <a:ext cx="432939" cy="58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2232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8B2B1-A944-A7F0-7775-E054827AA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89C39F3D-E56B-7EE6-5E3C-1363EE7253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19D518DE-4173-C7C1-298D-89AC69657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3847720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Previous decisions (ext:previousDecisions)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0C770B88-7F0F-4A3D-E443-15C778351ED7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>
              <a:buNone/>
            </a:pPr>
            <a:r>
              <a:rPr lang="nl-BE"/>
              <a:t>No annotation</a:t>
            </a:r>
            <a:endParaRPr lang="nl-BE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Not expected </a:t>
            </a: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>
              <a:solidFill>
                <a:srgbClr val="30323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26F71-8A9E-A5AF-F66B-80BCDD2E63D7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9AAADC-FAC4-81DA-C34C-80B5B0A92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670" y="3397501"/>
            <a:ext cx="401432" cy="55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5337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9BB35-0A0D-A0F5-7580-854DA2E9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CF36E239-6E79-6D92-EFE0-1087C9AF379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9FACB581-80D4-B012-7536-1D9F6C37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3847720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Administrative body</a:t>
            </a:r>
            <a:endParaRPr lang="en-US"/>
          </a:p>
          <a:p>
            <a:r>
              <a:rPr lang="nl-BE" sz="5200" dirty="0">
                <a:latin typeface="FlandersArtSans-Regular"/>
              </a:rPr>
              <a:t> </a:t>
            </a:r>
            <a:r>
              <a:rPr lang="nl-BE" sz="5200">
                <a:latin typeface="FlandersArtSans-Regular"/>
              </a:rPr>
              <a:t>(eli:passed_by</a:t>
            </a:r>
            <a:r>
              <a:rPr lang="nl-BE" sz="5200" dirty="0">
                <a:latin typeface="FlandersArtSans-Regular"/>
              </a:rPr>
              <a:t>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882B45ED-EFA8-A4D5-3A9E-B5BB1CD71F4A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Gemeinderat 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Der Gemeinderat</a:t>
            </a:r>
            <a:endParaRPr lang="nl-BE"/>
          </a:p>
          <a:p>
            <a:pPr marL="0" indent="0">
              <a:buNone/>
            </a:pPr>
            <a:r>
              <a:rPr lang="nl-BE">
                <a:latin typeface="FlandersArtSans-Light"/>
              </a:rPr>
              <a:t>Der Gemeinderat</a:t>
            </a:r>
            <a:endParaRPr lang="nl-BE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r>
              <a:rPr lang="nl-BE">
                <a:latin typeface="FlandersArtSans-Light"/>
              </a:rPr>
              <a:t>Gemeinderat (</a:t>
            </a:r>
            <a:r>
              <a:rPr lang="nl-BE" dirty="0">
                <a:latin typeface="FlandersArtSans-Light"/>
                <a:hlinkClick r:id="rId3"/>
              </a:rPr>
              <a:t>https://ris.freiburg.de/oparl/organization/GR</a:t>
            </a:r>
            <a:r>
              <a:rPr lang="nl-BE">
                <a:latin typeface="FlandersArtSans-Light"/>
              </a:rPr>
              <a:t>)</a:t>
            </a:r>
            <a:endParaRPr lang="nl-BE"/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>
              <a:solidFill>
                <a:srgbClr val="30323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0EE22-D361-C002-0958-6754CC21D8E3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175F08-5FDA-FA27-A756-D77EB4204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1581" y="2562807"/>
            <a:ext cx="410548" cy="4978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8A4A58-7387-8228-CC8E-2FC5F2044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104" y="2984239"/>
            <a:ext cx="410548" cy="4978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C19F64-4CB9-54FD-34EC-45F9A1DE0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6563" y="3321385"/>
            <a:ext cx="410548" cy="4978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0B416D-8665-46A5-0064-C35FC49DA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3847" y="1979087"/>
            <a:ext cx="3598938" cy="235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787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AAA77-7197-1B0D-56D4-11EBDA9C2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AB00038-79A0-C872-48F3-CAAFAFE0B9C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D0E19737-C8F5-B3E8-4680-BE898A359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3207545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Context location (dct:spatial)</a:t>
            </a:r>
            <a:br>
              <a:rPr lang="nl-BE" sz="5200" dirty="0">
                <a:latin typeface="FlandersArtSans-Regular"/>
              </a:rPr>
            </a:br>
            <a:endParaRPr lang="nl-BE" sz="5200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0471B2A7-699A-CFD9-6E75-142E2006575C}"/>
              </a:ext>
            </a:extLst>
          </p:cNvPr>
          <p:cNvSpPr txBox="1">
            <a:spLocks/>
          </p:cNvSpPr>
          <p:nvPr/>
        </p:nvSpPr>
        <p:spPr>
          <a:xfrm>
            <a:off x="719138" y="2320036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r>
              <a:rPr lang="nl-BE">
                <a:latin typeface="FlandersArtSans-Light"/>
              </a:rPr>
              <a:t>Konzerthaus (</a:t>
            </a:r>
            <a:r>
              <a:rPr lang="nl-BE" dirty="0">
                <a:latin typeface="FlandersArtSans-Light"/>
                <a:hlinkClick r:id="rId3"/>
              </a:rPr>
              <a:t>https://www.openstreetmap.org/node/1062400002</a:t>
            </a:r>
            <a:r>
              <a:rPr lang="nl-BE">
                <a:latin typeface="FlandersArtSans-Light"/>
              </a:rPr>
              <a:t> )</a:t>
            </a:r>
            <a:endParaRPr lang="nl-BE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>
              <a:latin typeface="FlandersArtSans-Medium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Konzerthaus (</a:t>
            </a:r>
            <a:r>
              <a:rPr lang="nl-BE" dirty="0">
                <a:latin typeface="FlandersArtSans-Light"/>
                <a:hlinkClick r:id="rId3"/>
              </a:rPr>
              <a:t>https://www.openstreetmap.org/node/1062400002</a:t>
            </a:r>
            <a:r>
              <a:rPr lang="nl-BE">
                <a:latin typeface="FlandersArtSans-Light"/>
              </a:rPr>
              <a:t> )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4517D-4DE2-C5BB-1CFC-2C9D9394112C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142674-E7FB-9489-A3EF-F96269327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670" y="3397501"/>
            <a:ext cx="401432" cy="5599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0920A73-9633-3FE8-3071-3F5D882E50CE}"/>
              </a:ext>
            </a:extLst>
          </p:cNvPr>
          <p:cNvSpPr txBox="1"/>
          <p:nvPr/>
        </p:nvSpPr>
        <p:spPr>
          <a:xfrm>
            <a:off x="722972" y="1422592"/>
            <a:ext cx="7932385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General location that is not the impact location (where the decision has impact on)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A995DE-DE5C-18E0-E49F-9F7B5C8C3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778" y="2196056"/>
            <a:ext cx="4058138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454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AF27D-A6B1-4FCF-CAAD-9F54DE42F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9233A1D6-2D00-4859-634C-D2631FDDA08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28FEAE9E-1A7A-7F0D-D41D-2B5C12528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3207545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Impact location (prov:atLocation)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4E4179AE-D6FA-45B3-9169-EFDC6EB4E84B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No annotation</a:t>
            </a: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Not expected</a:t>
            </a: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E62B7-2EEF-0902-450C-1B9A31970CC1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572F5A-2F0D-9082-0A99-89E048862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005" y="2043535"/>
            <a:ext cx="546367" cy="79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19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004BC-D6F2-9077-CECC-5941C66E6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B821EE1-FCC0-CA79-C9B7-AA18C2EC058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4D2E42CE-F941-1C31-E4E3-238AB1406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2567369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Article (ext:article)</a:t>
            </a:r>
            <a:endParaRPr lang="nl-BE" sz="5200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747AA1AD-9EC2-4470-1FF1-3D7487084A87}"/>
              </a:ext>
            </a:extLst>
          </p:cNvPr>
          <p:cNvSpPr txBox="1">
            <a:spLocks/>
          </p:cNvSpPr>
          <p:nvPr/>
        </p:nvSpPr>
        <p:spPr>
          <a:xfrm>
            <a:off x="719138" y="2320036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>
              <a:latin typeface="FlandersArtSans-Medium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1.</a:t>
            </a:r>
            <a:endParaRPr lang="nl-BE" dirty="0">
              <a:latin typeface="FlandersArtSans-Light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2.</a:t>
            </a:r>
          </a:p>
          <a:p>
            <a:pPr>
              <a:buNone/>
            </a:pPr>
            <a:r>
              <a:rPr lang="nl-BE">
                <a:latin typeface="FlandersArtSans-Light"/>
              </a:rPr>
              <a:t>…</a:t>
            </a:r>
            <a:endParaRPr lang="nl-BE" dirty="0">
              <a:latin typeface="FlandersArtSans-Light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6.</a:t>
            </a:r>
            <a:endParaRPr lang="nl-BE" dirty="0">
              <a:latin typeface="FlandersArtSans-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4F797D-9840-2F03-3372-420450684CD5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C014D-29D8-7667-A122-E998BF50D198}"/>
              </a:ext>
            </a:extLst>
          </p:cNvPr>
          <p:cNvSpPr txBox="1"/>
          <p:nvPr/>
        </p:nvSpPr>
        <p:spPr>
          <a:xfrm>
            <a:off x="717689" y="1577677"/>
            <a:ext cx="360419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Indicates the article number 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0CB7B3A-5627-81BE-D6EA-ABBEEC867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1459" y="2886667"/>
            <a:ext cx="546367" cy="793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2057B0-9591-74EA-4799-B0820AC0A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2082" y="2316085"/>
            <a:ext cx="5606999" cy="316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7406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A50AF-2F47-4DDE-4099-D0430C173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EC6942-A854-A54C-EB41-62F095D5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latin typeface="FlandersArtSerif-Light"/>
              </a:rPr>
              <a:t>Guideline compare human validation tool with PDF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5F5662E-FBFA-712B-A7A1-FBA0508310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7620"/>
            <a:r>
              <a:rPr lang="nl-BE">
                <a:latin typeface="FlandersArtSans-Regular"/>
              </a:rPr>
              <a:t>LBRON-1520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0887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BE9E-B4B8-129D-5E08-2E51C18E9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A91E175-89E8-BC6F-C6D0-34558ACAE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latin typeface="FlandersArtSerif-Light"/>
              </a:rPr>
              <a:t>Bamberg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221509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91D1A-E896-2EB7-B4B3-8D922F8C1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D1A590B-20CC-7EA4-9C62-8EF7347C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AGENDA</a:t>
            </a:r>
          </a:p>
        </p:txBody>
      </p:sp>
      <p:sp>
        <p:nvSpPr>
          <p:cNvPr id="5" name="Running Header">
            <a:extLst>
              <a:ext uri="{FF2B5EF4-FFF2-40B4-BE49-F238E27FC236}">
                <a16:creationId xmlns:a16="http://schemas.microsoft.com/office/drawing/2014/main" id="{787BC7E5-AE72-6B0B-24CB-7BEBB02DED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F138190-5424-725D-3097-19C5744162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nl-BE" dirty="0">
              <a:latin typeface="FlandersArtSans-Light"/>
            </a:endParaRPr>
          </a:p>
          <a:p>
            <a:pPr marL="457200" indent="-457200">
              <a:buAutoNum type="arabicPeriod"/>
            </a:pPr>
            <a:r>
              <a:rPr lang="nl-BE">
                <a:latin typeface="FlandersArtSans-Light"/>
              </a:rPr>
              <a:t>Example decision of Bamberg</a:t>
            </a:r>
          </a:p>
          <a:p>
            <a:pPr marL="457200" indent="-457200">
              <a:buAutoNum type="arabicPeriod"/>
            </a:pPr>
            <a:r>
              <a:rPr lang="nl-BE">
                <a:latin typeface="FlandersArtSans-Light"/>
              </a:rPr>
              <a:t>What gets annotated by AI</a:t>
            </a:r>
            <a:endParaRPr lang="en-US"/>
          </a:p>
          <a:p>
            <a:pPr marL="457200" indent="-457200">
              <a:buAutoNum type="arabicPeriod"/>
            </a:pPr>
            <a:r>
              <a:rPr lang="nl-BE">
                <a:latin typeface="FlandersArtSans-Light"/>
              </a:rPr>
              <a:t>Step-by-step Human Validation Tool (HVT)</a:t>
            </a:r>
            <a:endParaRPr lang="en-US">
              <a:latin typeface="FlandersArtSans-Light"/>
            </a:endParaRPr>
          </a:p>
          <a:p>
            <a:pPr marL="0" indent="0">
              <a:buNone/>
            </a:pPr>
            <a:endParaRPr lang="nl-BE" dirty="0"/>
          </a:p>
          <a:p>
            <a:pPr marL="457200" indent="-457200">
              <a:buSzPct val="100000"/>
              <a:buNone/>
            </a:pPr>
            <a:endParaRPr lang="nl-BE" dirty="0"/>
          </a:p>
        </p:txBody>
      </p:sp>
      <p:pic>
        <p:nvPicPr>
          <p:cNvPr id="7" name="Picture Placeholder 6" descr="Stadt Bamberg">
            <a:extLst>
              <a:ext uri="{FF2B5EF4-FFF2-40B4-BE49-F238E27FC236}">
                <a16:creationId xmlns:a16="http://schemas.microsoft.com/office/drawing/2014/main" id="{858016BE-5282-B575-2679-970B89FA13A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-1158" t="889" r="-944" b="198"/>
          <a:stretch>
            <a:fillRect/>
          </a:stretch>
        </p:blipFill>
        <p:spPr>
          <a:xfrm>
            <a:off x="8892901" y="3160788"/>
            <a:ext cx="4290071" cy="17924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082298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CA9FE-070A-2B29-F810-6801067C8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D7601FE7-754F-45E6-1B36-2B9C07620BA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7692" b="7692"/>
          <a:stretch>
            <a:fillRect/>
          </a:stretch>
        </p:blipFill>
        <p:spPr>
          <a:custGeom>
            <a:avLst/>
            <a:gdLst>
              <a:gd name="csX0" fmla="*/ 0 w 14039850"/>
              <a:gd name="csY0" fmla="*/ 0 h 7920038"/>
              <a:gd name="csX1" fmla="*/ 14039850 w 14039850"/>
              <a:gd name="csY1" fmla="*/ 0 h 7920038"/>
              <a:gd name="csX2" fmla="*/ 14039850 w 14039850"/>
              <a:gd name="csY2" fmla="*/ 7920038 h 7920038"/>
              <a:gd name="csX3" fmla="*/ 0 w 14039850"/>
              <a:gd name="csY3" fmla="*/ 7920038 h 7920038"/>
              <a:gd name="csX4" fmla="*/ 0 w 14039850"/>
              <a:gd name="csY4" fmla="*/ 0 h 7920038"/>
              <a:gd name="csX0" fmla="*/ 0 w 14039850"/>
              <a:gd name="csY0" fmla="*/ 0 h 7920038"/>
              <a:gd name="csX1" fmla="*/ 11504040 w 14039850"/>
              <a:gd name="csY1" fmla="*/ 0 h 7920038"/>
              <a:gd name="csX2" fmla="*/ 14039850 w 14039850"/>
              <a:gd name="csY2" fmla="*/ 7920038 h 7920038"/>
              <a:gd name="csX3" fmla="*/ 0 w 14039850"/>
              <a:gd name="csY3" fmla="*/ 7920038 h 7920038"/>
              <a:gd name="csX4" fmla="*/ 0 w 14039850"/>
              <a:gd name="csY4" fmla="*/ 0 h 7920038"/>
              <a:gd name="csX0" fmla="*/ 0 w 14039850"/>
              <a:gd name="csY0" fmla="*/ 0 h 7920038"/>
              <a:gd name="csX1" fmla="*/ 11522894 w 14039850"/>
              <a:gd name="csY1" fmla="*/ 0 h 7920038"/>
              <a:gd name="csX2" fmla="*/ 14039850 w 14039850"/>
              <a:gd name="csY2" fmla="*/ 7920038 h 7920038"/>
              <a:gd name="csX3" fmla="*/ 0 w 14039850"/>
              <a:gd name="csY3" fmla="*/ 7920038 h 7920038"/>
              <a:gd name="csX4" fmla="*/ 0 w 14039850"/>
              <a:gd name="csY4" fmla="*/ 0 h 7920038"/>
              <a:gd name="csX0" fmla="*/ 0 w 14039850"/>
              <a:gd name="csY0" fmla="*/ 0 h 7920038"/>
              <a:gd name="csX1" fmla="*/ 11513467 w 14039850"/>
              <a:gd name="csY1" fmla="*/ 9427 h 7920038"/>
              <a:gd name="csX2" fmla="*/ 14039850 w 14039850"/>
              <a:gd name="csY2" fmla="*/ 7920038 h 7920038"/>
              <a:gd name="csX3" fmla="*/ 0 w 14039850"/>
              <a:gd name="csY3" fmla="*/ 7920038 h 7920038"/>
              <a:gd name="csX4" fmla="*/ 0 w 14039850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039850" h="7920038">
                <a:moveTo>
                  <a:pt x="0" y="0"/>
                </a:moveTo>
                <a:lnTo>
                  <a:pt x="11513467" y="9427"/>
                </a:lnTo>
                <a:lnTo>
                  <a:pt x="14039850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AA415C46-7E12-C2B4-5BBC-1AA1472FF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4000">
                <a:latin typeface="FlandersArtSans-Regular"/>
                <a:ea typeface="Roboto"/>
                <a:cs typeface="Roboto"/>
              </a:rPr>
              <a:t>Beschlussvorlage - VO/2025/9541-OB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23588873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FC4A-4366-3258-D74B-F07F4B6A9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70A4868-D6D2-0D69-E869-FEF342DE3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latin typeface="FlandersArtSans-Regular"/>
              </a:rPr>
              <a:t>Context</a:t>
            </a:r>
            <a:endParaRPr lang="en-US"/>
          </a:p>
        </p:txBody>
      </p:sp>
      <p:sp>
        <p:nvSpPr>
          <p:cNvPr id="6" name="Running Header">
            <a:extLst>
              <a:ext uri="{FF2B5EF4-FFF2-40B4-BE49-F238E27FC236}">
                <a16:creationId xmlns:a16="http://schemas.microsoft.com/office/drawing/2014/main" id="{AC5A8B66-8AF1-A632-2637-0BB64A2AA7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20CCA98-8295-0A50-7F97-CA912D550D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nl-BE">
                <a:latin typeface="FlandersArtSans-Light"/>
              </a:rPr>
              <a:t>Beschlussvorlage - VO/2025/9541-OB</a:t>
            </a:r>
            <a:endParaRPr lang="nl-BE" dirty="0">
              <a:latin typeface="FlandersArtSans-Light"/>
            </a:endParaRPr>
          </a:p>
          <a:p>
            <a:r>
              <a:rPr lang="nl-BE">
                <a:latin typeface="FlandersArtSans-Light"/>
              </a:rPr>
              <a:t>City council</a:t>
            </a:r>
            <a:endParaRPr lang="nl-BE"/>
          </a:p>
          <a:p>
            <a:r>
              <a:rPr lang="nl-BE">
                <a:latin typeface="FlandersArtSans-Light"/>
              </a:rPr>
              <a:t>Session: 21th October 2025</a:t>
            </a:r>
          </a:p>
          <a:p>
            <a:r>
              <a:rPr lang="nl-BE">
                <a:latin typeface="FlandersArtSans-Light"/>
              </a:rPr>
              <a:t>Published on 1th October 2025</a:t>
            </a:r>
          </a:p>
          <a:p>
            <a:r>
              <a:rPr lang="nl-BE"/>
              <a:t>The city council approves the negotiated agreement.</a:t>
            </a:r>
          </a:p>
          <a:p>
            <a:endParaRPr lang="nl-BE" dirty="0"/>
          </a:p>
          <a:p>
            <a:endParaRPr lang="nl-B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39DF8D-2DDE-D1B4-3671-8805C25D267C}"/>
              </a:ext>
            </a:extLst>
          </p:cNvPr>
          <p:cNvSpPr txBox="1"/>
          <p:nvPr/>
        </p:nvSpPr>
        <p:spPr>
          <a:xfrm>
            <a:off x="808223" y="361155"/>
            <a:ext cx="7019925" cy="8156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ea typeface="+mn-lt"/>
                <a:cs typeface="+mn-lt"/>
                <a:hlinkClick r:id="rId3"/>
              </a:rPr>
              <a:t>https://ris.freiburg.de/submission?id=5681308100162</a:t>
            </a:r>
            <a:endParaRPr lang="en-US"/>
          </a:p>
          <a:p>
            <a:pPr algn="l"/>
            <a:endParaRPr lang="en-US" sz="1100" dirty="0">
              <a:ea typeface="+mn-lt"/>
              <a:cs typeface="+mn-lt"/>
            </a:endParaRPr>
          </a:p>
          <a:p>
            <a:endParaRPr lang="en-US" sz="1100" dirty="0"/>
          </a:p>
          <a:p>
            <a:endParaRPr lang="en-US" sz="200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23746EB3-A5C7-6B2F-95D3-DCB728419A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 l="260" r="12435" b="-106"/>
          <a:stretch>
            <a:fillRect/>
          </a:stretch>
        </p:blipFill>
        <p:spPr>
          <a:xfrm>
            <a:off x="8665102" y="2596545"/>
            <a:ext cx="4568078" cy="32182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32752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5CCC6-D3FF-E466-EED2-9C96C12A2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1A37724-D329-733C-5591-D54EA6054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5298" y="895930"/>
            <a:ext cx="10665212" cy="1742409"/>
          </a:xfrm>
        </p:spPr>
        <p:txBody>
          <a:bodyPr/>
          <a:lstStyle/>
          <a:p>
            <a:r>
              <a:rPr lang="nl-BE" dirty="0">
                <a:latin typeface="FlandersArtSans-Regular"/>
              </a:rPr>
              <a:t>AI annotates ELI Expression</a:t>
            </a:r>
            <a:br>
              <a:rPr lang="nl-BE" dirty="0">
                <a:latin typeface="FlandersArtSans-Regular"/>
              </a:rPr>
            </a:br>
            <a:r>
              <a:rPr lang="nl-BE">
                <a:latin typeface="FlandersArtSans-Regular"/>
              </a:rPr>
              <a:t>Content = PDF text</a:t>
            </a:r>
            <a:endParaRPr lang="nl-BE" dirty="0"/>
          </a:p>
        </p:txBody>
      </p:sp>
      <p:sp>
        <p:nvSpPr>
          <p:cNvPr id="4" name="Running Header">
            <a:extLst>
              <a:ext uri="{FF2B5EF4-FFF2-40B4-BE49-F238E27FC236}">
                <a16:creationId xmlns:a16="http://schemas.microsoft.com/office/drawing/2014/main" id="{D31A6853-2A09-F038-5688-4DA870BE4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329741C-4490-119D-923D-21235CA2FC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nl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259CD5-A09E-8FFE-5216-3D2517031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242" y="2420247"/>
            <a:ext cx="6637763" cy="513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4940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47D34-8431-BF18-5E97-D6EED01B8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A0CF201-4F2D-0155-E141-26C3B2FE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FlandersArtSans-Regular"/>
              </a:rPr>
              <a:t>Human Validation </a:t>
            </a:r>
            <a:r>
              <a:rPr lang="nl-BE">
                <a:latin typeface="FlandersArtSans-Regular"/>
              </a:rPr>
              <a:t>Tool</a:t>
            </a:r>
            <a:endParaRPr 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3CCED20-2CD9-E5CC-0D2D-535A055AEB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dirty="0">
                <a:latin typeface="FlandersArtSans-Light"/>
                <a:hlinkClick r:id="rId3"/>
              </a:rPr>
              <a:t>https://human-validator.decide.lblod.info/validate/3b7ecdf2-8c9c-48df-970e-121c84afd98c</a:t>
            </a:r>
            <a:r>
              <a:rPr lang="en-US" dirty="0">
                <a:latin typeface="FlandersArtSans-Light"/>
              </a:rPr>
              <a:t> </a:t>
            </a:r>
            <a:endParaRPr lang="en-US"/>
          </a:p>
        </p:txBody>
      </p:sp>
      <p:sp>
        <p:nvSpPr>
          <p:cNvPr id="6" name="Running Header">
            <a:extLst>
              <a:ext uri="{FF2B5EF4-FFF2-40B4-BE49-F238E27FC236}">
                <a16:creationId xmlns:a16="http://schemas.microsoft.com/office/drawing/2014/main" id="{2A7CDA9A-3E60-8744-FFA1-D3A9E913CCE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20713" y="359538"/>
            <a:ext cx="719136" cy="7200961"/>
          </a:xfrm>
        </p:spPr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BD790125-1756-64F1-F322-25DE8E8C4C7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33774" r="33821"/>
          <a:stretch>
            <a:fillRect/>
          </a:stretch>
        </p:blipFill>
        <p:spPr>
          <a:xfrm>
            <a:off x="0" y="0"/>
            <a:ext cx="5760675" cy="7920038"/>
          </a:xfrm>
          <a:custGeom>
            <a:avLst/>
            <a:gdLst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3240432 w 5774552"/>
              <a:gd name="csY4" fmla="*/ 7905745 h 7920038"/>
              <a:gd name="csX5" fmla="*/ 0 w 5774552"/>
              <a:gd name="csY5" fmla="*/ 7920038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3240432 w 5774552"/>
              <a:gd name="csY3" fmla="*/ 7920038 h 7920038"/>
              <a:gd name="csX4" fmla="*/ 0 w 5774552"/>
              <a:gd name="csY4" fmla="*/ 7920038 h 7920038"/>
              <a:gd name="csX5" fmla="*/ 0 w 5774552"/>
              <a:gd name="csY5" fmla="*/ 0 h 7920038"/>
              <a:gd name="csX0" fmla="*/ 0 w 5774552"/>
              <a:gd name="csY0" fmla="*/ 0 h 7920038"/>
              <a:gd name="csX1" fmla="*/ 3240432 w 5774552"/>
              <a:gd name="csY1" fmla="*/ 0 h 7920038"/>
              <a:gd name="csX2" fmla="*/ 5774552 w 5774552"/>
              <a:gd name="csY2" fmla="*/ 7920038 h 7920038"/>
              <a:gd name="csX3" fmla="*/ 0 w 5774552"/>
              <a:gd name="csY3" fmla="*/ 7920038 h 7920038"/>
              <a:gd name="csX4" fmla="*/ 0 w 5774552"/>
              <a:gd name="csY4" fmla="*/ 0 h 7920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74552" h="7920038">
                <a:moveTo>
                  <a:pt x="0" y="0"/>
                </a:moveTo>
                <a:lnTo>
                  <a:pt x="3240432" y="0"/>
                </a:lnTo>
                <a:lnTo>
                  <a:pt x="5774552" y="7920038"/>
                </a:lnTo>
                <a:lnTo>
                  <a:pt x="0" y="792003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81127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09E38-CACB-BC9A-A083-0ADC1A4CE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05A5F01-6D5E-A7DF-1D64-1FE33BAC64B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5BF2B757-CA8F-A920-CB6D-854F4551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Title (eli:title)</a:t>
            </a:r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A4C33868-B758-50D2-D6B0-B1DE74C99836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 dirty="0">
              <a:latin typeface="FlandersArtSans-Medium" pitchFamily="2" charset="77"/>
            </a:endParaRPr>
          </a:p>
          <a:p>
            <a:pPr>
              <a:buNone/>
            </a:pPr>
            <a:r>
              <a:rPr lang="nl-BE" sz="1600">
                <a:solidFill>
                  <a:srgbClr val="000000"/>
                </a:solidFill>
                <a:highlight>
                  <a:srgbClr val="F7F9FC"/>
                </a:highlight>
                <a:latin typeface="FlandersArtSans-Light"/>
              </a:rPr>
              <a:t>&lt;no title:&gt; VO/2025/9541-OB 1/5 Vorlagenummer: VO/2025/9541-OB Vorlageart: Beschlussvorlage Öffentli...</a:t>
            </a:r>
            <a:endParaRPr lang="nl-BE"/>
          </a:p>
          <a:p>
            <a:pPr marL="0" indent="0">
              <a:buNone/>
            </a:pPr>
            <a:endParaRPr lang="nl-BE" sz="1600" b="1" dirty="0">
              <a:solidFill>
                <a:srgbClr val="000000"/>
              </a:solidFill>
              <a:highlight>
                <a:srgbClr val="F7F9FC"/>
              </a:highlight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>
              <a:buNone/>
            </a:pPr>
            <a:r>
              <a:rPr lang="nl-BE" sz="1800">
                <a:solidFill>
                  <a:srgbClr val="000000"/>
                </a:solidFill>
                <a:highlight>
                  <a:srgbClr val="F7F9FC"/>
                </a:highlight>
                <a:latin typeface="FlandersArtSans-Light"/>
              </a:rPr>
              <a:t>Ankerzentrum</a:t>
            </a:r>
            <a:endParaRPr lang="nl-BE"/>
          </a:p>
          <a:p>
            <a:pPr>
              <a:buNone/>
            </a:pPr>
            <a:r>
              <a:rPr lang="nl-BE" sz="1800">
                <a:solidFill>
                  <a:srgbClr val="000000"/>
                </a:solidFill>
                <a:highlight>
                  <a:srgbClr val="F7F9FC"/>
                </a:highlight>
                <a:latin typeface="FlandersArtSans-Light"/>
              </a:rPr>
              <a:t>Tischvorlage</a:t>
            </a:r>
            <a:endParaRPr lang="nl-BE"/>
          </a:p>
          <a:p>
            <a:pPr marL="0" indent="0">
              <a:buFont typeface="Wingdings" panose="05000000000000000000" pitchFamily="2" charset="2"/>
              <a:buNone/>
            </a:pP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0F8C51-148B-15B3-1864-11958AFF9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75" y="2739375"/>
            <a:ext cx="777333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4174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CCEC8-7BB6-676F-70E3-CB8FA94D9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C692E739-9AED-30AB-B507-F7987228883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50B2F7CE-F933-8A6D-2C21-F77CFF26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Motivation (ext:motivering)</a:t>
            </a:r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3E1B4DFF-0B6C-D063-E01E-0A7ABEC4798C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 dirty="0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 annotation</a:t>
            </a: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 (maybe motivation maps on "Sitzungsvortrag"?) </a:t>
            </a: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Font typeface="Wingdings" panose="05000000000000000000" pitchFamily="2" charset="2"/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4A17DD-A574-28AF-742C-1150D6B7E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485" y="2548164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4890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72017-53B5-A14E-2ED0-72260F586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1778E92E-93B5-1DF2-0E30-F0CE1DD963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0395A443-5D76-7EA0-AA62-1347DF1CD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Content (ext:decision)</a:t>
            </a:r>
            <a:endParaRPr lang="en-US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B79E7B51-F9C1-E103-D869-112351939D74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 fontScale="92500"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 dirty="0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 annotation</a:t>
            </a: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I. Sitzungsvortrag: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In der Vollsitzung des Bamberger Stadtrates vom 29.01.2025 (Sitzungsvorlage: VO/2024/8463-OB) beauftragte der Stadtrat die Verwaltung mit folgendem Beschluss: ... 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II. Beschlussvorschlag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Der Stadtrat nimmt den Vortrag der Verwaltung zur Kenntnis.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Der Stadtrat stimmt dem Verhandlungsergebnis zu.</a:t>
            </a:r>
            <a:endParaRPr lang="nl-BE"/>
          </a:p>
          <a:p>
            <a:pPr>
              <a:buNone/>
            </a:pPr>
            <a:endParaRPr lang="nl-BE" dirty="0">
              <a:latin typeface="FlandersArtSans-Medium"/>
            </a:endParaRPr>
          </a:p>
          <a:p>
            <a:pPr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EEC38B-3C2F-8F01-4853-ABE448578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323" y="2345402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354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6BA46-1D19-EA01-E044-D6F07EAD7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846252F-C618-DF2C-FF9F-AF817C0704E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9CEEACA3-B8FF-A5E7-1CFD-08C451602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35672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Context date (dct:date)</a:t>
            </a:r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9779D927-47ED-8B2F-A668-94F89E90ADCD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 fontScale="85000" lnSpcReduction="20000"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2025-01-28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2025-09-18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2025-02-11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.2025 10 </a:t>
            </a:r>
            <a:endParaRPr lang="nl-BE"/>
          </a:p>
          <a:p>
            <a:pPr>
              <a:buNone/>
            </a:pPr>
            <a:r>
              <a:rPr lang="nl-BE">
                <a:latin typeface="FlandersArtSans-Light"/>
              </a:rPr>
              <a:t>Januar 2026...</a:t>
            </a:r>
            <a:endParaRPr lang="nl-BE"/>
          </a:p>
          <a:p>
            <a:pPr>
              <a:buNone/>
            </a:pPr>
            <a:endParaRPr lang="nl-BE" dirty="0"/>
          </a:p>
          <a:p>
            <a:pPr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r>
              <a:rPr lang="nl-BE">
                <a:latin typeface="FlandersArtSans-Light"/>
              </a:rPr>
              <a:t>Always date (yyyy-mm-dd) format</a:t>
            </a:r>
            <a:endParaRPr lang="nl-BE" dirty="0">
              <a:latin typeface="FlandersArtSans-Light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2025-01-28</a:t>
            </a:r>
          </a:p>
          <a:p>
            <a:pPr>
              <a:buNone/>
            </a:pPr>
            <a:r>
              <a:rPr lang="nl-BE">
                <a:latin typeface="FlandersArtSans-Light"/>
              </a:rPr>
              <a:t>2025-09-18</a:t>
            </a:r>
          </a:p>
          <a:p>
            <a:pPr>
              <a:buNone/>
            </a:pPr>
            <a:r>
              <a:rPr lang="nl-BE">
                <a:latin typeface="FlandersArtSans-Light"/>
              </a:rPr>
              <a:t>2025-02-11</a:t>
            </a:r>
          </a:p>
          <a:p>
            <a:pPr>
              <a:buNone/>
            </a:pPr>
            <a:r>
              <a:rPr lang="nl-BE">
                <a:latin typeface="FlandersArtSans-Light"/>
              </a:rPr>
              <a:t>...</a:t>
            </a: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7CB70-0507-F01B-05B4-A6A2B341C4B5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9197A3-AD16-19B0-E26A-5A4CD69B1CBA}"/>
              </a:ext>
            </a:extLst>
          </p:cNvPr>
          <p:cNvSpPr txBox="1"/>
          <p:nvPr/>
        </p:nvSpPr>
        <p:spPr>
          <a:xfrm>
            <a:off x="720829" y="1266749"/>
            <a:ext cx="8430763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General date that is not an impact date </a:t>
            </a:r>
            <a:r>
              <a:rPr lang="en-US" sz="2000"/>
              <a:t>(date of activity that is allowed/declined by</a:t>
            </a:r>
            <a:r>
              <a:rPr lang="en-US" sz="2000" dirty="0"/>
              <a:t> the decision)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2ACE75-D4FF-341B-01F0-49A26F33D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361" y="2548324"/>
            <a:ext cx="353641" cy="4366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681C73-A925-B60B-B1F7-348AC6E43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996" y="2841482"/>
            <a:ext cx="353641" cy="4366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71535B-92C1-DC1D-1465-511CA371F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811" y="3059257"/>
            <a:ext cx="353641" cy="4366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77BB68-590B-2162-5A97-13ADECA33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8" y="3409149"/>
            <a:ext cx="336877" cy="3193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6B09EA-8029-7C5D-A473-DFC6FE8CD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525" y="3635300"/>
            <a:ext cx="336877" cy="3193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0A8C41-1CAA-6F41-7399-E33FCC8EE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697" y="3794443"/>
            <a:ext cx="336877" cy="3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6308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BFC27-869E-F530-4C29-3111D96D3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4092BA8-8CF1-6388-EE3A-CA11CEEB2A9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A46BFF03-075C-78C6-1BBC-D86773B5A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Context period (dct:date)</a:t>
            </a:r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066FBC78-AE89-EB44-F6D6-A75C833D344F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 sz="1500">
                <a:solidFill>
                  <a:srgbClr val="303230"/>
                </a:solidFill>
                <a:latin typeface="FlandersArtSans-Light"/>
              </a:rPr>
              <a:t>No annotations</a:t>
            </a:r>
            <a:endParaRPr lang="nl-BE" sz="1500" dirty="0">
              <a:solidFill>
                <a:srgbClr val="303230"/>
              </a:solidFill>
              <a:latin typeface="FlandersArtSans-Light"/>
            </a:endParaRPr>
          </a:p>
          <a:p>
            <a:pPr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</a:t>
            </a: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9AF711-7675-24A2-904C-1029C5D0049A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7AD439-05ED-77A7-C036-B276A2CA7074}"/>
              </a:ext>
            </a:extLst>
          </p:cNvPr>
          <p:cNvSpPr txBox="1"/>
          <p:nvPr/>
        </p:nvSpPr>
        <p:spPr>
          <a:xfrm>
            <a:off x="720829" y="1375636"/>
            <a:ext cx="8430763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General period (start and end) that is not an validity period (of activity that is allowed/declined)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943FA3-1907-E957-5A21-F300536BE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994" y="3033969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958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7B778-C459-36A2-3D23-66B511586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659606B1-8748-C8AE-677D-D71DC43C950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4D5E14A4-3198-58EB-C8F1-200F0F02E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Entry date (eli:first_date_entry_in_force)</a:t>
            </a:r>
            <a:endParaRPr lang="en-US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4347CB5E-43F9-8300-B2DE-398A143367FE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 annotation </a:t>
            </a:r>
            <a:endParaRPr lang="nl-BE"/>
          </a:p>
          <a:p>
            <a:pPr marL="0" indent="0">
              <a:buNone/>
            </a:pPr>
            <a:endParaRPr lang="nl-BE" dirty="0">
              <a:latin typeface="FlandersArtSans-Light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2025-12-19 (date of decision in meeting)</a:t>
            </a:r>
            <a:endParaRPr lang="nl-BE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77548-B028-EAA4-9F96-B3472DEAD756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11C7E5-851C-F40B-CBCA-DB932688FFC6}"/>
              </a:ext>
            </a:extLst>
          </p:cNvPr>
          <p:cNvSpPr txBox="1"/>
          <p:nvPr/>
        </p:nvSpPr>
        <p:spPr>
          <a:xfrm>
            <a:off x="720829" y="1612307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The first date any part of the legal resource came into force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A6BCC9-2FA6-790E-F449-5A0D6F3FF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068" y="3040607"/>
            <a:ext cx="336877" cy="3193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DA5DEF-78BB-8562-DE5F-C5B943A0F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265" y="5432652"/>
            <a:ext cx="1962386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212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0C748-65C2-B14E-B1E4-1A5F1A6C8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62AD359A-9142-FEC2-AA15-950D138D2E6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85454CFA-9359-B96B-1AA9-8B4B3977B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Impact date (eli:date_applicability)</a:t>
            </a:r>
            <a:endParaRPr lang="en-US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11136B46-EF22-AF5B-24AD-DD71799454E9}"/>
              </a:ext>
            </a:extLst>
          </p:cNvPr>
          <p:cNvSpPr txBox="1">
            <a:spLocks/>
          </p:cNvSpPr>
          <p:nvPr/>
        </p:nvSpPr>
        <p:spPr>
          <a:xfrm>
            <a:off x="719138" y="2087049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 annotation found</a:t>
            </a: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Not expected</a:t>
            </a: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764C44-528E-60E9-CCBF-7B478C0F2D97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505A7-AD18-4871-D0C3-5F2BE5876BA7}"/>
              </a:ext>
            </a:extLst>
          </p:cNvPr>
          <p:cNvSpPr txBox="1"/>
          <p:nvPr/>
        </p:nvSpPr>
        <p:spPr>
          <a:xfrm>
            <a:off x="720829" y="1513103"/>
            <a:ext cx="843076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The date at which the legislation becomes applicable. This is distinct from the date of entry into force : a text may come in force today, and state it will become applicable in 3 months.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2280CF-1537-0BA2-FA5C-EBFDE5E05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659" y="3603534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95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30C52-1C20-3570-255F-E12D25890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3AE11A4-BA98-D944-D7F2-74957A9121C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9FA67932-7B54-7611-57C5-0A3658B1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Expiry date (eli:date_no_longer_in_force)</a:t>
            </a:r>
            <a:endParaRPr lang="nl-BE" sz="5200">
              <a:solidFill>
                <a:srgbClr val="000000"/>
              </a:solidFill>
            </a:endParaRPr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C6D3CDA2-4EC9-6247-2CDD-B4D5292041CA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No annotation found</a:t>
            </a: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 </a:t>
            </a:r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7B725-05F5-4BB1-3B52-7135050609C3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731BF5-A029-7E29-5003-5033BEF28924}"/>
              </a:ext>
            </a:extLst>
          </p:cNvPr>
          <p:cNvSpPr txBox="1"/>
          <p:nvPr/>
        </p:nvSpPr>
        <p:spPr>
          <a:xfrm>
            <a:off x="720829" y="1668205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The last date any part of the legislation is in force, if the date is known.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339780-71D4-E951-5DEF-C571648DD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659" y="3603534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269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E91D8-4DF4-BA5D-0739-856AC6B5C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603C1155-4653-94D1-BA5D-8FB102C122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D8C1BA1C-E4DB-6D3C-B836-A4F6DD6D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Legal basis date (eli:date_document)</a:t>
            </a:r>
            <a:endParaRPr lang="en-US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FD3FAB3E-04DF-0F61-5D32-7B7E8651D880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No annotation 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2025-12-19 (date of decision in meeting)</a:t>
            </a:r>
          </a:p>
          <a:p>
            <a:pPr marL="0" indent="0">
              <a:buNone/>
            </a:pP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3B37C-5829-DC57-5FDF-D5C552CEAE99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D5E851-3852-4093-9712-5278535FD61C}"/>
              </a:ext>
            </a:extLst>
          </p:cNvPr>
          <p:cNvSpPr txBox="1"/>
          <p:nvPr/>
        </p:nvSpPr>
        <p:spPr>
          <a:xfrm>
            <a:off x="720829" y="1668205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Date of adoption or signature (of the form </a:t>
            </a:r>
            <a:r>
              <a:rPr lang="en-US" sz="2000" dirty="0" err="1">
                <a:ea typeface="+mn-lt"/>
                <a:cs typeface="+mn-lt"/>
              </a:rPr>
              <a:t>yyyy</a:t>
            </a:r>
            <a:r>
              <a:rPr lang="en-US" sz="2000" dirty="0">
                <a:ea typeface="+mn-lt"/>
                <a:cs typeface="+mn-lt"/>
              </a:rPr>
              <a:t>-mm-dd)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5FBCCF-B1BC-31FF-3DE9-F6501EE29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068" y="3040607"/>
            <a:ext cx="336877" cy="3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97343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18BDC-8AD1-7071-D846-20A18B961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FA1F0ACF-1CC2-E140-112D-16FFEF26264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7F868496-6FA7-3C7C-9F9A-53FF05371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Publication date (eli:publication_date)</a:t>
            </a:r>
            <a:endParaRPr lang="en-US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3D908292-866D-C631-37FC-6A6E7290A0AF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No annotation</a:t>
            </a:r>
            <a:endParaRPr lang="nl-BE">
              <a:solidFill>
                <a:srgbClr val="00000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expected</a:t>
            </a: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Not mentioned anywhere</a:t>
            </a: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E0438-3AD3-C136-16AC-DD6A1725351A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D417B-7390-D733-596A-2EE6BF643A52}"/>
              </a:ext>
            </a:extLst>
          </p:cNvPr>
          <p:cNvSpPr txBox="1"/>
          <p:nvPr/>
        </p:nvSpPr>
        <p:spPr>
          <a:xfrm>
            <a:off x="720829" y="1668205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Date of publication of the official version of the legislation (</a:t>
            </a:r>
            <a:r>
              <a:rPr lang="en-US" sz="2000" dirty="0" err="1">
                <a:ea typeface="+mn-lt"/>
                <a:cs typeface="+mn-lt"/>
              </a:rPr>
              <a:t>yyyy</a:t>
            </a:r>
            <a:r>
              <a:rPr lang="en-US" sz="2000" dirty="0">
                <a:ea typeface="+mn-lt"/>
                <a:cs typeface="+mn-lt"/>
              </a:rPr>
              <a:t>-mm-dd)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0293F5-D08F-8398-8653-C90ADC1B6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504" y="2899954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8033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58668-02EB-C77B-366A-60641F0D1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865AC9C-47E2-C5FF-9156-5CC27C52A78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F66F3B32-E329-EC31-FD5D-3B99A2707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64684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Session date (eli-dl:activity_date)</a:t>
            </a:r>
            <a:endParaRPr lang="en-US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0C627BF4-0B40-41BC-52A4-6B1E207D3425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latin typeface="FlandersArtSans-Light"/>
              </a:rPr>
              <a:t>2025-12-19</a:t>
            </a: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nl-BE">
                <a:latin typeface="FlandersArtSans-Medium"/>
              </a:rPr>
              <a:t>Expected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2025-12-19 </a:t>
            </a:r>
            <a:endParaRPr lang="nl-BE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A25F9C-CE98-795F-1F0C-D78AE4736227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16732-8ABB-5BFC-DC9C-EF0924D1B113}"/>
              </a:ext>
            </a:extLst>
          </p:cNvPr>
          <p:cNvSpPr txBox="1"/>
          <p:nvPr/>
        </p:nvSpPr>
        <p:spPr>
          <a:xfrm>
            <a:off x="720829" y="1668205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Date of meeting</a:t>
            </a:r>
            <a:endParaRPr lang="en-US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DB13FB-F484-217B-FD7B-046A2E9E4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522" y="2866450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61362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17225-7E03-B881-9C40-9FBA4D179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98FAEB50-A321-0495-F3D1-A1ACA164007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2499F00F-2FC3-0274-AF00-6C4A78CB8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1287019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Validity period (dct:extent)</a:t>
            </a:r>
            <a:endParaRPr lang="en-US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9383ABB9-47A2-1F6F-1818-F096F6A84BBB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latin typeface="FlandersArtSans-Light"/>
              </a:rPr>
              <a:t>No annotations</a:t>
            </a: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Not expected</a:t>
            </a: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57A116-D5B2-BDA2-1EE0-08E855126F23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E1EAC-3BFE-BA73-D244-4DE30ED853DC}"/>
              </a:ext>
            </a:extLst>
          </p:cNvPr>
          <p:cNvSpPr txBox="1"/>
          <p:nvPr/>
        </p:nvSpPr>
        <p:spPr>
          <a:xfrm>
            <a:off x="720829" y="1360429"/>
            <a:ext cx="8430763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The time frame of the </a:t>
            </a:r>
            <a:r>
              <a:rPr lang="en-US" sz="2000" dirty="0" err="1">
                <a:ea typeface="+mn-lt"/>
                <a:cs typeface="+mn-lt"/>
              </a:rPr>
              <a:t>Normatieve</a:t>
            </a:r>
            <a:r>
              <a:rPr lang="en-US" sz="2000" dirty="0">
                <a:ea typeface="+mn-lt"/>
                <a:cs typeface="+mn-lt"/>
              </a:rPr>
              <a:t> provision, when something is allowed. Same as impact date.  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1C6420-39F7-6B47-29B4-C560CA952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522" y="2866450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7424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8A6D3-2BE9-5966-06A8-34F9E0CDF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C45A93D9-3A60-BF26-3DFD-7AFC88ACC8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DAAA2B4E-815B-519C-A312-ABDBC61B0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2567369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Mandatary / participant (eli-dl:had_participant_person)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952DB3D9-1355-C77E-7DE0-403A88C59E6D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No annotations</a:t>
            </a:r>
            <a:endParaRPr lang="nl-BE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Not expected</a:t>
            </a: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4EFF79-3384-E587-F2AD-27152B89C9CA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5D7BB1-7F6D-7D66-D09C-2398272E049B}"/>
              </a:ext>
            </a:extLst>
          </p:cNvPr>
          <p:cNvSpPr txBox="1"/>
          <p:nvPr/>
        </p:nvSpPr>
        <p:spPr>
          <a:xfrm>
            <a:off x="720829" y="2146774"/>
            <a:ext cx="84307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A person participating in an activity.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5B6643-0991-4D0D-1E8A-7B944B7E8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522" y="2866450"/>
            <a:ext cx="571573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5528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15B89-09D5-C8AD-4027-5549F91C2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0EEEFDC-A994-C134-4562-E520B1869CD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6058EC45-6267-838F-826E-528929110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1927194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Voting (ext:voting)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22D724B3-A5A1-8A5E-F598-200ECBF55882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Light"/>
              </a:rPr>
              <a:t>A Vote activity</a:t>
            </a:r>
            <a:endParaRPr lang="en-US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>
              <a:buNone/>
            </a:pPr>
            <a:r>
              <a:rPr lang="nl-BE"/>
              <a:t>No annotation</a:t>
            </a:r>
            <a:endParaRPr lang="nl-BE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Der Stadtrat stimmt dem Verhandlungsergebnis zu.</a:t>
            </a:r>
            <a:endParaRPr lang="nl-BE"/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72B34-2948-997F-5CFF-71E333FAB897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C42C0-C356-0DFF-D60D-289DF702B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455" y="3384021"/>
            <a:ext cx="336877" cy="3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643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1906B-F333-E367-74D2-30A0F3FD5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2311BBA-9D39-1D84-0C00-9AD1CE8864B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4658F165-45B3-A6C4-1835-931B4BF2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2567369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Legal framework (ext:legal_framework)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D91C36DD-C8E8-D9C7-5C5D-4A3F25C6B32B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No annotation</a:t>
            </a: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VO/2024/8463-OB</a:t>
            </a:r>
            <a:endParaRPr lang="nl-BE"/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5AB50F-39BA-D52F-B57F-8B0E0A21A57A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41508E-D972-8AD3-499F-D41F64D30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302" y="2784682"/>
            <a:ext cx="432939" cy="58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697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A45E3-C461-C4DB-3276-2B1E67296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181EFF62-094A-5848-DB17-8F316B0BFD3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201797DC-9A19-87AC-94E6-9FCC7704E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3847720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Previous decisions (ext:previousDecisions)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4E94F94C-2F40-F86F-B2DB-1A9A182154D9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>
              <a:buNone/>
            </a:pPr>
            <a:endParaRPr lang="nl-BE" dirty="0">
              <a:solidFill>
                <a:srgbClr val="303230"/>
              </a:solidFill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VO/2024/8463-OB</a:t>
            </a:r>
            <a:endParaRPr lang="nl-BE"/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>
              <a:solidFill>
                <a:srgbClr val="30323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CA7973-6162-017D-AA6D-47968B919D75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8CBE3C-FFC7-9D7B-73BF-3FA1CC2C2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92" y="2756866"/>
            <a:ext cx="8992636" cy="12040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49667E-5F8D-A578-E322-52A22AC39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4095" y="3362622"/>
            <a:ext cx="432939" cy="58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3697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07353-5EB0-5C63-33C3-3DF9D032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4A9BAE1-3AAC-B13A-C49C-969FA898B6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52C64C84-B104-F4B3-46D0-EB4083A5C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3847720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Administrative body</a:t>
            </a:r>
            <a:endParaRPr lang="en-US"/>
          </a:p>
          <a:p>
            <a:r>
              <a:rPr lang="nl-BE" sz="5200" dirty="0">
                <a:latin typeface="FlandersArtSans-Regular"/>
              </a:rPr>
              <a:t> </a:t>
            </a:r>
            <a:r>
              <a:rPr lang="nl-BE" sz="5200">
                <a:latin typeface="FlandersArtSans-Regular"/>
              </a:rPr>
              <a:t>(eli:passed_by</a:t>
            </a:r>
            <a:r>
              <a:rPr lang="nl-BE" sz="5200" dirty="0">
                <a:latin typeface="FlandersArtSans-Regular"/>
              </a:rPr>
              <a:t>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D2726F9F-030C-7E76-15D0-C611B0370DF6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>
              <a:buNone/>
            </a:pPr>
            <a:r>
              <a:rPr lang="nl-BE"/>
              <a:t>Bamberger Stadtrates</a:t>
            </a:r>
          </a:p>
          <a:p>
            <a:pPr>
              <a:buNone/>
            </a:pPr>
            <a:r>
              <a:rPr lang="nl-BE"/>
              <a:t>Stadtrat </a:t>
            </a:r>
          </a:p>
          <a:p>
            <a:pPr>
              <a:buNone/>
            </a:pPr>
            <a:r>
              <a:rPr lang="nl-BE"/>
              <a:t>Bamberg</a:t>
            </a:r>
          </a:p>
          <a:p>
            <a:pPr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/>
          </a:p>
          <a:p>
            <a:pPr marL="0" indent="0">
              <a:buNone/>
            </a:pPr>
            <a:r>
              <a:rPr lang="nl-BE">
                <a:latin typeface="FlandersArtSans-Light"/>
              </a:rPr>
              <a:t>Stadtrat der Stadt Bamberg (</a:t>
            </a:r>
            <a:r>
              <a:rPr lang="nl-BE" dirty="0">
                <a:latin typeface="FlandersArtSans-Light"/>
                <a:hlinkClick r:id="rId3"/>
              </a:rPr>
              <a:t>https://decide.smartcitybamberg.de/organizations#d029ed62-8cad-4415-b016-7c07d4cbbc87</a:t>
            </a:r>
            <a:r>
              <a:rPr lang="nl-BE">
                <a:latin typeface="FlandersArtSans-Light"/>
              </a:rPr>
              <a:t>) </a:t>
            </a:r>
            <a:endParaRPr lang="nl-BE"/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>
              <a:solidFill>
                <a:srgbClr val="30323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9FF77-038A-1792-C078-665CADB11E4A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EE5AA2-5754-029C-8407-3079245D8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1581" y="2562807"/>
            <a:ext cx="410548" cy="4978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B89E4F-596F-22E2-03C3-108244DDF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104" y="2984239"/>
            <a:ext cx="410548" cy="4978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55ADCF-CCBB-EC47-B785-83873F4FF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6563" y="3321385"/>
            <a:ext cx="410548" cy="4978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A77F6B-4FF7-6614-ECB7-645FB9479C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501" y="1597358"/>
            <a:ext cx="5106014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37210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8835B-7027-6C09-9EA2-3201469E6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0A7170D-FE23-F414-E44E-6C8ED0DD9D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A2E186C4-6D9E-DDA3-1587-C1ED58096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3207545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Context location (dct:spatial)</a:t>
            </a:r>
            <a:br>
              <a:rPr lang="nl-BE" sz="5200" dirty="0">
                <a:latin typeface="FlandersArtSans-Regular"/>
              </a:rPr>
            </a:br>
            <a:endParaRPr lang="nl-BE" sz="5200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7D2C18A0-2602-7AD7-3C2D-5720D0CA8BBA}"/>
              </a:ext>
            </a:extLst>
          </p:cNvPr>
          <p:cNvSpPr txBox="1">
            <a:spLocks/>
          </p:cNvSpPr>
          <p:nvPr/>
        </p:nvSpPr>
        <p:spPr>
          <a:xfrm>
            <a:off x="719138" y="2320036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r>
              <a:rPr lang="nl-BE">
                <a:latin typeface="FlandersArtSans-Light"/>
              </a:rPr>
              <a:t>Bayern</a:t>
            </a:r>
            <a:endParaRPr lang="nl-BE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>
              <a:latin typeface="FlandersArtSans-Medium"/>
            </a:endParaRPr>
          </a:p>
          <a:p>
            <a:pPr>
              <a:buNone/>
            </a:pPr>
            <a:r>
              <a:rPr lang="nl-BE">
                <a:latin typeface="FlandersArtSans-Light"/>
              </a:rPr>
              <a:t>Bayern (</a:t>
            </a:r>
            <a:r>
              <a:rPr lang="nl-BE" dirty="0">
                <a:latin typeface="FlandersArtSans-Light"/>
                <a:hlinkClick r:id="rId3"/>
              </a:rPr>
              <a:t>https://www.openstreetmap.org/relation/2145268#map=7/48.607/12.129</a:t>
            </a:r>
            <a:r>
              <a:rPr lang="nl-BE">
                <a:latin typeface="FlandersArtSans-Light"/>
              </a:rPr>
              <a:t>) </a:t>
            </a:r>
            <a:endParaRPr lang="nl-BE"/>
          </a:p>
          <a:p>
            <a:pPr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Although not linked</a:t>
            </a: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D3CEAC-D5EB-51F1-33CC-89A10D601F9B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E72F63-5DB7-6442-C8E5-4C685DF9C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859" y="3104343"/>
            <a:ext cx="401432" cy="5599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A13A829-55E2-AF20-63CE-1B54DE01C4F4}"/>
              </a:ext>
            </a:extLst>
          </p:cNvPr>
          <p:cNvSpPr txBox="1"/>
          <p:nvPr/>
        </p:nvSpPr>
        <p:spPr>
          <a:xfrm>
            <a:off x="722972" y="1422592"/>
            <a:ext cx="7932385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General location that is not the impact location (where the decision has impact on)</a:t>
            </a:r>
          </a:p>
        </p:txBody>
      </p:sp>
    </p:spTree>
    <p:extLst>
      <p:ext uri="{BB962C8B-B14F-4D97-AF65-F5344CB8AC3E}">
        <p14:creationId xmlns:p14="http://schemas.microsoft.com/office/powerpoint/2010/main" val="268558851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0B4A8-209D-A149-1D42-6914E4800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DB1CA2B-574F-CAFC-6C89-025786972DF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5366BE4D-443C-DE53-1283-64FDCD729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3207545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Impact location (prov:atLocation)</a:t>
            </a:r>
            <a:endParaRPr lang="en-US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36E19DD3-49C4-79B1-9B0B-75327E76CAAA}"/>
              </a:ext>
            </a:extLst>
          </p:cNvPr>
          <p:cNvSpPr txBox="1">
            <a:spLocks/>
          </p:cNvSpPr>
          <p:nvPr/>
        </p:nvSpPr>
        <p:spPr>
          <a:xfrm>
            <a:off x="719138" y="1765904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Recycling-/Wertstoffhof Stadt Bamberg, Rheinstraße, Gaustadt, Bamberg, 96052, Deutschland (</a:t>
            </a:r>
            <a:r>
              <a:rPr lang="nl-BE" dirty="0">
                <a:solidFill>
                  <a:srgbClr val="303230"/>
                </a:solidFill>
                <a:latin typeface="FlandersArtSans-Light"/>
                <a:hlinkClick r:id="rId3"/>
              </a:rPr>
              <a:t>https://www.openstreetmap.org/node/1272074907</a:t>
            </a:r>
            <a:r>
              <a:rPr lang="nl-BE">
                <a:solidFill>
                  <a:srgbClr val="303230"/>
                </a:solidFill>
                <a:latin typeface="FlandersArtSans-Light"/>
              </a:rPr>
              <a:t>)</a:t>
            </a:r>
            <a:endParaRPr lang="nl-BE"/>
          </a:p>
          <a:p>
            <a:pPr marL="0" indent="0">
              <a:buNone/>
            </a:pP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>
              <a:latin typeface="FlandersArtSans-Medium"/>
            </a:endParaRPr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Buchenstraße 13/17</a:t>
            </a:r>
            <a:endParaRPr lang="nl-BE"/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Buchenstraße 14/16</a:t>
            </a:r>
            <a:endParaRPr lang="nl-BE"/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eine angrenzende Grünfläche</a:t>
            </a:r>
            <a:endParaRPr lang="nl-BE"/>
          </a:p>
          <a:p>
            <a:pPr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>
              <a:buNone/>
            </a:pPr>
            <a:r>
              <a:rPr lang="nl-BE">
                <a:solidFill>
                  <a:srgbClr val="303230"/>
                </a:solidFill>
                <a:latin typeface="FlandersArtSans-Light"/>
              </a:rPr>
              <a:t>Buchenstraße (</a:t>
            </a:r>
            <a:r>
              <a:rPr lang="nl-BE" dirty="0">
                <a:solidFill>
                  <a:srgbClr val="303230"/>
                </a:solidFill>
                <a:latin typeface="FlandersArtSans-Light"/>
                <a:hlinkClick r:id="rId4"/>
              </a:rPr>
              <a:t>https://www.openstreetmap.org/way/39935904</a:t>
            </a:r>
            <a:r>
              <a:rPr lang="nl-BE">
                <a:solidFill>
                  <a:srgbClr val="303230"/>
                </a:solidFill>
                <a:latin typeface="FlandersArtSans-Light"/>
              </a:rPr>
              <a:t>)?</a:t>
            </a:r>
            <a:endParaRPr lang="nl-BE"/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Light"/>
            </a:endParaRPr>
          </a:p>
          <a:p>
            <a:pPr marL="0" indent="0">
              <a:buNone/>
            </a:pPr>
            <a:endParaRPr lang="nl-BE" dirty="0">
              <a:solidFill>
                <a:srgbClr val="303230"/>
              </a:solidFill>
              <a:latin typeface="FlandersArtSans-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5C8875-DD6F-A5F2-A236-3D52C302209D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CED333-EDD9-A146-FD9A-D98B889DA8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2263" y="2994080"/>
            <a:ext cx="432939" cy="5851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288294-2DFD-0AD1-E4B4-D48D83099B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4130" y="4498455"/>
            <a:ext cx="3723513" cy="217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2969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E5F7D-A33E-FF31-C1E4-15AB7D448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8F20C8A3-9A8D-CFD9-E50E-DFAC0D9ABAE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nl-BE" dirty="0"/>
              <a:t>LOKAAL BESTUUR</a:t>
            </a:r>
            <a:endParaRPr lang="nl-BE" dirty="0">
              <a:solidFill>
                <a:schemeClr val="tx1">
                  <a:lumMod val="60000"/>
                  <a:lumOff val="40000"/>
                </a:schemeClr>
              </a:solidFill>
              <a:latin typeface="FlandersArtSerif-Light" panose="00000400000000000000" pitchFamily="2" charset="0"/>
            </a:endParaRPr>
          </a:p>
        </p:txBody>
      </p:sp>
      <p:sp>
        <p:nvSpPr>
          <p:cNvPr id="6" name="Titel 20">
            <a:extLst>
              <a:ext uri="{FF2B5EF4-FFF2-40B4-BE49-F238E27FC236}">
                <a16:creationId xmlns:a16="http://schemas.microsoft.com/office/drawing/2014/main" id="{D7369ACA-D6EE-B9A7-C6AB-B4CA83F4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7" y="719138"/>
            <a:ext cx="11520000" cy="2567369"/>
          </a:xfrm>
          <a:prstGeom prst="rect">
            <a:avLst/>
          </a:prstGeom>
        </p:spPr>
        <p:txBody>
          <a:bodyPr/>
          <a:lstStyle/>
          <a:p>
            <a:r>
              <a:rPr lang="nl-BE" sz="5200">
                <a:latin typeface="FlandersArtSans-Regular"/>
              </a:rPr>
              <a:t>Article (ext:article)</a:t>
            </a:r>
            <a:endParaRPr lang="nl-BE" sz="5200"/>
          </a:p>
          <a:p>
            <a:endParaRPr lang="nl-BE" sz="5200" dirty="0"/>
          </a:p>
          <a:p>
            <a:endParaRPr lang="nl-BE" sz="5200" dirty="0"/>
          </a:p>
          <a:p>
            <a:endParaRPr lang="nl-BE" sz="5200" dirty="0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AB7BDF39-7A9E-AFBF-E93A-1E5D306DCC66}"/>
              </a:ext>
            </a:extLst>
          </p:cNvPr>
          <p:cNvSpPr txBox="1">
            <a:spLocks/>
          </p:cNvSpPr>
          <p:nvPr/>
        </p:nvSpPr>
        <p:spPr>
          <a:xfrm>
            <a:off x="719138" y="2320036"/>
            <a:ext cx="11003305" cy="52200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355600" indent="-355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2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1pPr>
            <a:lvl2pPr marL="719138" indent="-363538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20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2pPr>
            <a:lvl3pPr marL="990600" indent="-27146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8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3pPr>
            <a:lvl4pPr marL="1347788" indent="-2730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4pPr>
            <a:lvl5pPr marL="1703388" indent="-265113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06D70"/>
              </a:buClr>
              <a:buSzPct val="75000"/>
              <a:buFont typeface="Wingdings" panose="05000000000000000000" pitchFamily="2" charset="2"/>
              <a:buChar char="à"/>
              <a:defRPr sz="1600" kern="1200">
                <a:solidFill>
                  <a:schemeClr val="tx1"/>
                </a:solidFill>
                <a:latin typeface="FlandersArtSans-Light" panose="000004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>
                <a:latin typeface="FlandersArtSans-Medium"/>
              </a:rPr>
              <a:t>Result in HVT</a:t>
            </a:r>
            <a:endParaRPr lang="nl-BE">
              <a:latin typeface="FlandersArtSans-Medium" pitchFamily="2" charset="77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latin typeface="FlandersArtSans-Light"/>
              </a:rPr>
              <a:t>No annotation</a:t>
            </a:r>
            <a:endParaRPr lang="nl-BE" dirty="0">
              <a:latin typeface="FlandersArtSans-Light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endParaRPr lang="nl-BE" dirty="0">
              <a:latin typeface="FlandersArtSans-Medium"/>
            </a:endParaRPr>
          </a:p>
          <a:p>
            <a:pPr marL="0" indent="0">
              <a:buNone/>
            </a:pPr>
            <a:r>
              <a:rPr lang="nl-BE">
                <a:solidFill>
                  <a:srgbClr val="303230"/>
                </a:solidFill>
                <a:latin typeface="FlandersArtSans-Medium"/>
              </a:rPr>
              <a:t>Expected</a:t>
            </a:r>
            <a:endParaRPr lang="nl-BE">
              <a:latin typeface="FlandersArtSans-Medium"/>
            </a:endParaRPr>
          </a:p>
          <a:p>
            <a:pPr>
              <a:buNone/>
            </a:pPr>
            <a:endParaRPr lang="nl-BE"/>
          </a:p>
          <a:p>
            <a:pPr marL="457200" indent="-457200">
              <a:buAutoNum type="arabicPeriod"/>
            </a:pPr>
            <a:r>
              <a:rPr lang="nl-BE">
                <a:latin typeface="FlandersArtSans-Light"/>
              </a:rPr>
              <a:t>Der Stadtrat nimmt den Vortrag der Verwaltung zur Kenntnis.</a:t>
            </a:r>
            <a:endParaRPr lang="nl-BE"/>
          </a:p>
          <a:p>
            <a:pPr marL="457200" indent="-457200">
              <a:buAutoNum type="arabicPeriod"/>
            </a:pPr>
            <a:r>
              <a:rPr lang="nl-BE">
                <a:latin typeface="FlandersArtSans-Light"/>
              </a:rPr>
              <a:t>Der Stadtrat stimmt dem Verhandlungsergebnis zu.</a:t>
            </a:r>
            <a:endParaRPr lang="nl-BE"/>
          </a:p>
          <a:p>
            <a:pPr>
              <a:buNone/>
            </a:pPr>
            <a:endParaRPr lang="nl-BE" dirty="0">
              <a:latin typeface="FlandersArtSans-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FD75D3-5E8E-9A2E-7F70-FD7E5B5BF8A3}"/>
              </a:ext>
            </a:extLst>
          </p:cNvPr>
          <p:cNvSpPr txBox="1"/>
          <p:nvPr/>
        </p:nvSpPr>
        <p:spPr>
          <a:xfrm>
            <a:off x="739726" y="1463713"/>
            <a:ext cx="9222971" cy="535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FC89FA-7AD5-8A1F-2EBC-B1F06FD01397}"/>
              </a:ext>
            </a:extLst>
          </p:cNvPr>
          <p:cNvSpPr txBox="1"/>
          <p:nvPr/>
        </p:nvSpPr>
        <p:spPr>
          <a:xfrm>
            <a:off x="717689" y="1577677"/>
            <a:ext cx="360419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Indicates the article number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572B37-6C19-A1B6-2D3A-A8615E911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767" y="2985704"/>
            <a:ext cx="432939" cy="58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6617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158D4A-9573-5E9C-C68D-1B4EE15BC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BEDANKT!</a:t>
            </a:r>
          </a:p>
        </p:txBody>
      </p:sp>
    </p:spTree>
    <p:extLst>
      <p:ext uri="{BB962C8B-B14F-4D97-AF65-F5344CB8AC3E}">
        <p14:creationId xmlns:p14="http://schemas.microsoft.com/office/powerpoint/2010/main" val="3133307582"/>
      </p:ext>
    </p:extLst>
  </p:cSld>
  <p:clrMapOvr>
    <a:masterClrMapping/>
  </p:clrMapOvr>
</p:sld>
</file>

<file path=ppt/theme/theme1.xml><?xml version="1.0" encoding="utf-8"?>
<a:theme xmlns:a="http://schemas.openxmlformats.org/drawingml/2006/main" name="ABB_Lokaal Bestuur">
  <a:themeElements>
    <a:clrScheme name="Agentschap Binnenlands Bestuur">
      <a:dk1>
        <a:srgbClr val="303230"/>
      </a:dk1>
      <a:lt1>
        <a:srgbClr val="F6F5F3"/>
      </a:lt1>
      <a:dk2>
        <a:srgbClr val="303230"/>
      </a:dk2>
      <a:lt2>
        <a:srgbClr val="F6F5F3"/>
      </a:lt2>
      <a:accent1>
        <a:srgbClr val="FFFFFF"/>
      </a:accent1>
      <a:accent2>
        <a:srgbClr val="FFED00"/>
      </a:accent2>
      <a:accent3>
        <a:srgbClr val="006D70"/>
      </a:accent3>
      <a:accent4>
        <a:srgbClr val="157395"/>
      </a:accent4>
      <a:accent5>
        <a:srgbClr val="0D7841"/>
      </a:accent5>
      <a:accent6>
        <a:srgbClr val="303230"/>
      </a:accent6>
      <a:hlink>
        <a:srgbClr val="3C3C3C"/>
      </a:hlink>
      <a:folHlink>
        <a:srgbClr val="3C3C3C"/>
      </a:folHlink>
    </a:clrScheme>
    <a:fontScheme name="Flanders Art">
      <a:majorFont>
        <a:latin typeface="Flanders Art Sans Regular"/>
        <a:ea typeface=""/>
        <a:cs typeface=""/>
      </a:majorFont>
      <a:minorFont>
        <a:latin typeface="Flanders Art Serif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lIns="0" tIns="0" rIns="0" bIns="0" anchor="b" anchorCtr="0"/>
      <a:lstStyle>
        <a:defPPr algn="l">
          <a:defRPr sz="2000"/>
        </a:defPPr>
      </a:lstStyle>
    </a:txDef>
  </a:objectDefaults>
  <a:extraClrSchemeLst/>
  <a:extLst>
    <a:ext uri="{05A4C25C-085E-4340-85A3-A5531E510DB2}">
      <thm15:themeFamily xmlns:thm15="http://schemas.microsoft.com/office/thememl/2012/main" name="abb_lokaal_bestuur.potx" id="{4F111790-498C-4B05-A18A-30F14C21561B}" vid="{00B3D88F-DDB7-4D51-89A9-8511CC9A93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564bd4e-169a-48bc-8678-515157f40286" xsi:nil="true"/>
    <Note xmlns="ef87f707-ccc8-4034-9c74-b7f273c24a38" xsi:nil="true"/>
    <lcf76f155ced4ddcb4097134ff3c332f xmlns="ef87f707-ccc8-4034-9c74-b7f273c24a3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2F1A8584CCBD4A8D2CA2088BFE0FDD" ma:contentTypeVersion="14" ma:contentTypeDescription="Een nieuw document maken." ma:contentTypeScope="" ma:versionID="f7990e1e79ff64965ed6f3540d71cd16">
  <xsd:schema xmlns:xsd="http://www.w3.org/2001/XMLSchema" xmlns:xs="http://www.w3.org/2001/XMLSchema" xmlns:p="http://schemas.microsoft.com/office/2006/metadata/properties" xmlns:ns2="ef87f707-ccc8-4034-9c74-b7f273c24a38" xmlns:ns3="a564bd4e-169a-48bc-8678-515157f40286" targetNamespace="http://schemas.microsoft.com/office/2006/metadata/properties" ma:root="true" ma:fieldsID="04d0c02bd7774429d04cba053ec9b0fd" ns2:_="" ns3:_="">
    <xsd:import namespace="ef87f707-ccc8-4034-9c74-b7f273c24a38"/>
    <xsd:import namespace="a564bd4e-169a-48bc-8678-515157f402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Note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87f707-ccc8-4034-9c74-b7f273c24a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Note" ma:index="12" nillable="true" ma:displayName="Note" ma:format="Dropdown" ma:internalName="Note">
      <xsd:simpleType>
        <xsd:restriction base="dms:Text">
          <xsd:maxLength value="255"/>
        </xsd:restriction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49ca8161-7180-459b-a0ef-1a71cf6ffe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64bd4e-169a-48bc-8678-515157f4028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30f8acc-3fe6-451e-bb25-f967f362260e}" ma:internalName="TaxCatchAll" ma:showField="CatchAllData" ma:web="a564bd4e-169a-48bc-8678-515157f402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EBDFD2-86D6-403C-9716-AB1C4FF7779B}">
  <ds:schemaRefs>
    <ds:schemaRef ds:uri="http://www.w3.org/XML/1998/namespace"/>
    <ds:schemaRef ds:uri="a564bd4e-169a-48bc-8678-515157f40286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ef87f707-ccc8-4034-9c74-b7f273c24a38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23E9421-8174-490E-8F79-DBB6AB3CAB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00FF0D-78E2-4BA9-97E8-AABB4286E1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87f707-ccc8-4034-9c74-b7f273c24a38"/>
    <ds:schemaRef ds:uri="a564bd4e-169a-48bc-8678-515157f402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Lokaal Bestuur</Template>
  <TotalTime>11</TotalTime>
  <Words>2725</Words>
  <Application>Microsoft Macintosh PowerPoint</Application>
  <PresentationFormat>Aangepast</PresentationFormat>
  <Paragraphs>935</Paragraphs>
  <Slides>83</Slides>
  <Notes>76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10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83</vt:i4>
      </vt:variant>
    </vt:vector>
  </HeadingPairs>
  <TitlesOfParts>
    <vt:vector size="94" baseType="lpstr">
      <vt:lpstr>FlandersArtSerif-Light</vt:lpstr>
      <vt:lpstr>Wingdings</vt:lpstr>
      <vt:lpstr>FlandersArtSans-Light</vt:lpstr>
      <vt:lpstr>FlandersArtSans-Regular</vt:lpstr>
      <vt:lpstr>Flanders Art Sans</vt:lpstr>
      <vt:lpstr>FlandersArtSans-Bold</vt:lpstr>
      <vt:lpstr>Flanders Art Sans Regular</vt:lpstr>
      <vt:lpstr>Arial</vt:lpstr>
      <vt:lpstr>FlandersArtSans-Medium</vt:lpstr>
      <vt:lpstr>Calibri</vt:lpstr>
      <vt:lpstr>ABB_Lokaal Bestuur</vt:lpstr>
      <vt:lpstr>PowerPoint-presentatie</vt:lpstr>
      <vt:lpstr>Guideline human validation tool</vt:lpstr>
      <vt:lpstr>Ghent</vt:lpstr>
      <vt:lpstr>AGENDA</vt:lpstr>
      <vt:lpstr>2026_CBS_01699 - 15438/M/3 - Geluidsuitzending </vt:lpstr>
      <vt:lpstr>Context</vt:lpstr>
      <vt:lpstr>AI annotates ELI Expression Content = sum of article content</vt:lpstr>
      <vt:lpstr>Human Validation Tool</vt:lpstr>
      <vt:lpstr>Title (eli:title)</vt:lpstr>
      <vt:lpstr>Motivation (ext:motivering)</vt:lpstr>
      <vt:lpstr>Content (ext:decision)</vt:lpstr>
      <vt:lpstr>Context date (dct:date)</vt:lpstr>
      <vt:lpstr>Context period (dct:date)</vt:lpstr>
      <vt:lpstr>Entry date (eli:first_date_entry_in_force)</vt:lpstr>
      <vt:lpstr>Impact date (eli:date_applicability)</vt:lpstr>
      <vt:lpstr>Expiry date (eli:date_no_longer_in_force)</vt:lpstr>
      <vt:lpstr>Legal basis date (eli:date_document)</vt:lpstr>
      <vt:lpstr>Publication date (eli:date_publication)</vt:lpstr>
      <vt:lpstr>Session date (eli-dl:activity_date)</vt:lpstr>
      <vt:lpstr>Validity period (dct:extent) </vt:lpstr>
      <vt:lpstr>Mandatary / participant (eli-dl:had_participant_person)  </vt:lpstr>
      <vt:lpstr>Voting (ext:voting)  </vt:lpstr>
      <vt:lpstr>Legal framework (ext:legal_framework)   </vt:lpstr>
      <vt:lpstr>Previous decisions (ext:previousDecisions)    </vt:lpstr>
      <vt:lpstr>Administrative body  (eli:passed_by)    </vt:lpstr>
      <vt:lpstr>Context location (dct:spatial)    </vt:lpstr>
      <vt:lpstr>Impact location (prov:atLocation)    </vt:lpstr>
      <vt:lpstr>Article (ext:article)   </vt:lpstr>
      <vt:lpstr>Guideline human validation tool</vt:lpstr>
      <vt:lpstr>Freiburg</vt:lpstr>
      <vt:lpstr>AGENDA</vt:lpstr>
      <vt:lpstr>G-25/160</vt:lpstr>
      <vt:lpstr>Context</vt:lpstr>
      <vt:lpstr>AI annotates ELI Expression Content = OParl File (Main) (Beschlussvorlage)</vt:lpstr>
      <vt:lpstr>Human Validation Tool</vt:lpstr>
      <vt:lpstr>Title (eli:title)</vt:lpstr>
      <vt:lpstr>Motivation (ext:motivering)</vt:lpstr>
      <vt:lpstr>Content (ext:decision)</vt:lpstr>
      <vt:lpstr>Context date (dct:date)</vt:lpstr>
      <vt:lpstr>Context period (dct:date)</vt:lpstr>
      <vt:lpstr>Entry date (eli:first_date_entry_in_force)</vt:lpstr>
      <vt:lpstr>Impact date (eli:date_applicability)</vt:lpstr>
      <vt:lpstr>Expiry date (eli:date_no_longer_in_force)</vt:lpstr>
      <vt:lpstr>Legal basis date (eli:date_document)</vt:lpstr>
      <vt:lpstr>Publication date (eli:publication_date)</vt:lpstr>
      <vt:lpstr>Session date (eli-dl:activity_date)</vt:lpstr>
      <vt:lpstr>Validity period (dct:extent) </vt:lpstr>
      <vt:lpstr>Mandatary / participant (eli-dl:had_participant_person)  </vt:lpstr>
      <vt:lpstr>Voting (ext:voting)  </vt:lpstr>
      <vt:lpstr>Legal framework (ext:legal_framework)   </vt:lpstr>
      <vt:lpstr>Previous decisions (ext:previousDecisions)    </vt:lpstr>
      <vt:lpstr>Administrative body  (eli:passed_by)    </vt:lpstr>
      <vt:lpstr>Context location (dct:spatial)    </vt:lpstr>
      <vt:lpstr>Impact location (prov:atLocation)    </vt:lpstr>
      <vt:lpstr>Article (ext:article)   </vt:lpstr>
      <vt:lpstr>Guideline compare human validation tool with PDF</vt:lpstr>
      <vt:lpstr>Bamberg</vt:lpstr>
      <vt:lpstr>AGENDA</vt:lpstr>
      <vt:lpstr>Beschlussvorlage - VO/2025/9541-OB</vt:lpstr>
      <vt:lpstr>Context</vt:lpstr>
      <vt:lpstr>AI annotates ELI Expression Content = PDF text</vt:lpstr>
      <vt:lpstr>Human Validation Tool</vt:lpstr>
      <vt:lpstr>Title (eli:title)</vt:lpstr>
      <vt:lpstr>Motivation (ext:motivering)</vt:lpstr>
      <vt:lpstr>Content (ext:decision)</vt:lpstr>
      <vt:lpstr>Context date (dct:date)</vt:lpstr>
      <vt:lpstr>Context period (dct:date)</vt:lpstr>
      <vt:lpstr>Entry date (eli:first_date_entry_in_force)</vt:lpstr>
      <vt:lpstr>Impact date (eli:date_applicability)</vt:lpstr>
      <vt:lpstr>Expiry date (eli:date_no_longer_in_force)</vt:lpstr>
      <vt:lpstr>Legal basis date (eli:date_document)</vt:lpstr>
      <vt:lpstr>Publication date (eli:publication_date)</vt:lpstr>
      <vt:lpstr>Session date (eli-dl:activity_date)</vt:lpstr>
      <vt:lpstr>Validity period (dct:extent) </vt:lpstr>
      <vt:lpstr>Mandatary / participant (eli-dl:had_participant_person)  </vt:lpstr>
      <vt:lpstr>Voting (ext:voting)  </vt:lpstr>
      <vt:lpstr>Legal framework (ext:legal_framework)   </vt:lpstr>
      <vt:lpstr>Previous decisions (ext:previousDecisions)    </vt:lpstr>
      <vt:lpstr>Administrative body  (eli:passed_by)    </vt:lpstr>
      <vt:lpstr>Context location (dct:spatial)    </vt:lpstr>
      <vt:lpstr>Impact location (prov:atLocation)    </vt:lpstr>
      <vt:lpstr>Article (ext:article)   </vt:lpstr>
      <vt:lpstr>BEDANKT!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Kerkhof Stefanie</dc:creator>
  <cp:keywords/>
  <dc:description/>
  <cp:lastModifiedBy>Brecht Van de Vyvere</cp:lastModifiedBy>
  <cp:revision>957</cp:revision>
  <cp:lastPrinted>2023-11-23T17:20:31Z</cp:lastPrinted>
  <dcterms:created xsi:type="dcterms:W3CDTF">2026-06-08T07:45:10Z</dcterms:created>
  <dcterms:modified xsi:type="dcterms:W3CDTF">2026-07-01T08:12:44Z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deling">
    <vt:lpwstr>523</vt:lpwstr>
  </property>
  <property fmtid="{D5CDD505-2E9C-101B-9397-08002B2CF9AE}" pid="3" name="g3014de8249d42afad66165e3d2261e7">
    <vt:lpwstr/>
  </property>
  <property fmtid="{D5CDD505-2E9C-101B-9397-08002B2CF9AE}" pid="4" name="MediaServiceImageTags">
    <vt:lpwstr/>
  </property>
  <property fmtid="{D5CDD505-2E9C-101B-9397-08002B2CF9AE}" pid="5" name="ContentTypeId">
    <vt:lpwstr>0x010100AF2F1A8584CCBD4A8D2CA2088BFE0FDD</vt:lpwstr>
  </property>
  <property fmtid="{D5CDD505-2E9C-101B-9397-08002B2CF9AE}" pid="6" name="TaxCatchAll">
    <vt:lpwstr>523;#ABB|b474e213-8e43-4cd6-b500-ed358559c256</vt:lpwstr>
  </property>
  <property fmtid="{D5CDD505-2E9C-101B-9397-08002B2CF9AE}" pid="7" name="Jaartal">
    <vt:lpwstr>2024</vt:lpwstr>
  </property>
  <property fmtid="{D5CDD505-2E9C-101B-9397-08002B2CF9AE}" pid="8" name="Status">
    <vt:lpwstr>Lopende</vt:lpwstr>
  </property>
  <property fmtid="{D5CDD505-2E9C-101B-9397-08002B2CF9AE}" pid="9" name="lcf76f155ced4ddcb4097134ff3c332f">
    <vt:lpwstr/>
  </property>
  <property fmtid="{D5CDD505-2E9C-101B-9397-08002B2CF9AE}" pid="10" name="i2d81646cf3b4af085db4e59f76b2271">
    <vt:lpwstr/>
  </property>
  <property fmtid="{D5CDD505-2E9C-101B-9397-08002B2CF9AE}" pid="11" name="ZG_x0020_Subthema">
    <vt:lpwstr/>
  </property>
  <property fmtid="{D5CDD505-2E9C-101B-9397-08002B2CF9AE}" pid="12" name="c66968a9418b47098145655917df9730">
    <vt:lpwstr>ABB|b474e213-8e43-4cd6-b500-ed358559c256</vt:lpwstr>
  </property>
  <property fmtid="{D5CDD505-2E9C-101B-9397-08002B2CF9AE}" pid="13" name="Thema">
    <vt:lpwstr>ComPro</vt:lpwstr>
  </property>
  <property fmtid="{D5CDD505-2E9C-101B-9397-08002B2CF9AE}" pid="14" name="ZG_x0020_Thema">
    <vt:lpwstr/>
  </property>
  <property fmtid="{D5CDD505-2E9C-101B-9397-08002B2CF9AE}" pid="15" name="ZG Thema">
    <vt:lpwstr/>
  </property>
  <property fmtid="{D5CDD505-2E9C-101B-9397-08002B2CF9AE}" pid="16" name="ZG Subthema">
    <vt:lpwstr/>
  </property>
</Properties>
</file>